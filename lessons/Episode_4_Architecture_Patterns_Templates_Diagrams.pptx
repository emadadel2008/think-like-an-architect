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68" r:id="rId6"/>
    <p:sldId id="259" r:id="rId7"/>
    <p:sldId id="270" r:id="rId8"/>
    <p:sldId id="269" r:id="rId9"/>
    <p:sldId id="271" r:id="rId10"/>
    <p:sldId id="260" r:id="rId11"/>
    <p:sldId id="261" r:id="rId12"/>
    <p:sldId id="262" r:id="rId13"/>
    <p:sldId id="264" r:id="rId14"/>
    <p:sldId id="263" r:id="rId15"/>
    <p:sldId id="265" r:id="rId16"/>
    <p:sldId id="214748345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16" y="6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9B167C-788A-49E9-B63A-1D9A1FF7B20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D87F12C-43A2-4903-9F1E-8206F53B3EA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Architecture Patterns (Application &amp; Network)</a:t>
          </a:r>
        </a:p>
      </dgm:t>
    </dgm:pt>
    <dgm:pt modelId="{94990EBE-8552-41D5-B761-6DF5CF5FDA12}" type="parTrans" cxnId="{35D8C05D-1402-4594-A815-0F0121638EC5}">
      <dgm:prSet/>
      <dgm:spPr/>
      <dgm:t>
        <a:bodyPr/>
        <a:lstStyle/>
        <a:p>
          <a:endParaRPr lang="en-US"/>
        </a:p>
      </dgm:t>
    </dgm:pt>
    <dgm:pt modelId="{A3B1D4B1-A4A9-4C53-920A-379AEE21D30A}" type="sibTrans" cxnId="{35D8C05D-1402-4594-A815-0F0121638EC5}">
      <dgm:prSet/>
      <dgm:spPr/>
      <dgm:t>
        <a:bodyPr/>
        <a:lstStyle/>
        <a:p>
          <a:endParaRPr lang="en-US"/>
        </a:p>
      </dgm:t>
    </dgm:pt>
    <dgm:pt modelId="{50685DC8-8D42-4378-B7C4-CF644B8337B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Templates (BRD, HLD, LLD)</a:t>
          </a:r>
        </a:p>
      </dgm:t>
    </dgm:pt>
    <dgm:pt modelId="{BABD7686-0B4D-46A7-8202-DDEE5FC30F01}" type="parTrans" cxnId="{4550854F-9AD8-48E3-AE52-AC1E86ACDF45}">
      <dgm:prSet/>
      <dgm:spPr/>
      <dgm:t>
        <a:bodyPr/>
        <a:lstStyle/>
        <a:p>
          <a:endParaRPr lang="en-US"/>
        </a:p>
      </dgm:t>
    </dgm:pt>
    <dgm:pt modelId="{F228B05D-CDF8-4A96-B48E-4F4A7EBFDBD8}" type="sibTrans" cxnId="{4550854F-9AD8-48E3-AE52-AC1E86ACDF45}">
      <dgm:prSet/>
      <dgm:spPr/>
      <dgm:t>
        <a:bodyPr/>
        <a:lstStyle/>
        <a:p>
          <a:endParaRPr lang="en-US"/>
        </a:p>
      </dgm:t>
    </dgm:pt>
    <dgm:pt modelId="{0A4CC0F0-10C5-4D0A-A17B-16387A04876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Architecture Diagrams Types</a:t>
          </a:r>
        </a:p>
      </dgm:t>
    </dgm:pt>
    <dgm:pt modelId="{3E1B4813-97A5-4D37-90C1-6D4BC3F4B5D9}" type="parTrans" cxnId="{80EB4755-B09B-4A96-ACE7-8760C5B46452}">
      <dgm:prSet/>
      <dgm:spPr/>
      <dgm:t>
        <a:bodyPr/>
        <a:lstStyle/>
        <a:p>
          <a:endParaRPr lang="en-US"/>
        </a:p>
      </dgm:t>
    </dgm:pt>
    <dgm:pt modelId="{C9D698B3-D844-49F4-89BD-3A8251B637C3}" type="sibTrans" cxnId="{80EB4755-B09B-4A96-ACE7-8760C5B46452}">
      <dgm:prSet/>
      <dgm:spPr/>
      <dgm:t>
        <a:bodyPr/>
        <a:lstStyle/>
        <a:p>
          <a:endParaRPr lang="en-US"/>
        </a:p>
      </dgm:t>
    </dgm:pt>
    <dgm:pt modelId="{542C4115-FD28-4966-AD73-9481EFBB8CFD}" type="pres">
      <dgm:prSet presAssocID="{979B167C-788A-49E9-B63A-1D9A1FF7B201}" presName="root" presStyleCnt="0">
        <dgm:presLayoutVars>
          <dgm:dir/>
          <dgm:resizeHandles val="exact"/>
        </dgm:presLayoutVars>
      </dgm:prSet>
      <dgm:spPr/>
    </dgm:pt>
    <dgm:pt modelId="{3B71FA8A-FE45-4F12-B7C6-6466C22EA450}" type="pres">
      <dgm:prSet presAssocID="{9D87F12C-43A2-4903-9F1E-8206F53B3EA3}" presName="compNode" presStyleCnt="0"/>
      <dgm:spPr/>
    </dgm:pt>
    <dgm:pt modelId="{40F5FB2D-147F-487B-9801-5E497D65E1AC}" type="pres">
      <dgm:prSet presAssocID="{9D87F12C-43A2-4903-9F1E-8206F53B3EA3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5263FE8-CCEB-45D7-A61B-1F535A53270F}" type="pres">
      <dgm:prSet presAssocID="{9D87F12C-43A2-4903-9F1E-8206F53B3EA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E039147A-A051-4784-A263-D303E0BBC9C7}" type="pres">
      <dgm:prSet presAssocID="{9D87F12C-43A2-4903-9F1E-8206F53B3EA3}" presName="spaceRect" presStyleCnt="0"/>
      <dgm:spPr/>
    </dgm:pt>
    <dgm:pt modelId="{1E1B46F9-46A8-4CC4-BD68-D15A7FA88716}" type="pres">
      <dgm:prSet presAssocID="{9D87F12C-43A2-4903-9F1E-8206F53B3EA3}" presName="textRect" presStyleLbl="revTx" presStyleIdx="0" presStyleCnt="3">
        <dgm:presLayoutVars>
          <dgm:chMax val="1"/>
          <dgm:chPref val="1"/>
        </dgm:presLayoutVars>
      </dgm:prSet>
      <dgm:spPr/>
    </dgm:pt>
    <dgm:pt modelId="{72E16C5F-CE1B-48CD-A0DF-C54F464189E5}" type="pres">
      <dgm:prSet presAssocID="{A3B1D4B1-A4A9-4C53-920A-379AEE21D30A}" presName="sibTrans" presStyleCnt="0"/>
      <dgm:spPr/>
    </dgm:pt>
    <dgm:pt modelId="{B9826EFA-6CB8-4965-8958-67064DB1FCAF}" type="pres">
      <dgm:prSet presAssocID="{0A4CC0F0-10C5-4D0A-A17B-16387A048764}" presName="compNode" presStyleCnt="0"/>
      <dgm:spPr/>
    </dgm:pt>
    <dgm:pt modelId="{032C62A4-9A47-4CB8-A151-FFE8B8EFB6EC}" type="pres">
      <dgm:prSet presAssocID="{0A4CC0F0-10C5-4D0A-A17B-16387A048764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C5A99D7-3FC8-494E-86D1-53CF0ED17E82}" type="pres">
      <dgm:prSet presAssocID="{0A4CC0F0-10C5-4D0A-A17B-16387A0487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1B67B32-CB9B-4271-A024-EECD959DEEA6}" type="pres">
      <dgm:prSet presAssocID="{0A4CC0F0-10C5-4D0A-A17B-16387A048764}" presName="spaceRect" presStyleCnt="0"/>
      <dgm:spPr/>
    </dgm:pt>
    <dgm:pt modelId="{4DDCB8A6-FFF0-46D3-BB0E-AEEAB918C6CB}" type="pres">
      <dgm:prSet presAssocID="{0A4CC0F0-10C5-4D0A-A17B-16387A048764}" presName="textRect" presStyleLbl="revTx" presStyleIdx="1" presStyleCnt="3">
        <dgm:presLayoutVars>
          <dgm:chMax val="1"/>
          <dgm:chPref val="1"/>
        </dgm:presLayoutVars>
      </dgm:prSet>
      <dgm:spPr/>
    </dgm:pt>
    <dgm:pt modelId="{7E82EB70-631D-4FDC-AEEA-2F1CCEDF17C7}" type="pres">
      <dgm:prSet presAssocID="{C9D698B3-D844-49F4-89BD-3A8251B637C3}" presName="sibTrans" presStyleCnt="0"/>
      <dgm:spPr/>
    </dgm:pt>
    <dgm:pt modelId="{A0D5A833-A035-4DF8-B398-1BC991FB35A0}" type="pres">
      <dgm:prSet presAssocID="{50685DC8-8D42-4378-B7C4-CF644B8337B7}" presName="compNode" presStyleCnt="0"/>
      <dgm:spPr/>
    </dgm:pt>
    <dgm:pt modelId="{CCFF7117-131D-43FF-943E-075612A079EB}" type="pres">
      <dgm:prSet presAssocID="{50685DC8-8D42-4378-B7C4-CF644B8337B7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D6916BD-739D-4674-BEFC-3DC1EA06C0E7}" type="pres">
      <dgm:prSet presAssocID="{50685DC8-8D42-4378-B7C4-CF644B8337B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ers"/>
        </a:ext>
      </dgm:extLst>
    </dgm:pt>
    <dgm:pt modelId="{1D49C9E6-A832-47C0-8BC1-DDFCDF68517B}" type="pres">
      <dgm:prSet presAssocID="{50685DC8-8D42-4378-B7C4-CF644B8337B7}" presName="spaceRect" presStyleCnt="0"/>
      <dgm:spPr/>
    </dgm:pt>
    <dgm:pt modelId="{10DE0E4C-D2DC-4985-812E-D3B2B9BFB6D2}" type="pres">
      <dgm:prSet presAssocID="{50685DC8-8D42-4378-B7C4-CF644B8337B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EE49718-9519-4C30-9828-D7DFBD541247}" type="presOf" srcId="{9D87F12C-43A2-4903-9F1E-8206F53B3EA3}" destId="{1E1B46F9-46A8-4CC4-BD68-D15A7FA88716}" srcOrd="0" destOrd="0" presId="urn:microsoft.com/office/officeart/2018/5/layout/IconLeafLabelList"/>
    <dgm:cxn modelId="{B46AA834-A8F8-4A27-A158-2A9F03DACAD3}" type="presOf" srcId="{979B167C-788A-49E9-B63A-1D9A1FF7B201}" destId="{542C4115-FD28-4966-AD73-9481EFBB8CFD}" srcOrd="0" destOrd="0" presId="urn:microsoft.com/office/officeart/2018/5/layout/IconLeafLabelList"/>
    <dgm:cxn modelId="{35D8C05D-1402-4594-A815-0F0121638EC5}" srcId="{979B167C-788A-49E9-B63A-1D9A1FF7B201}" destId="{9D87F12C-43A2-4903-9F1E-8206F53B3EA3}" srcOrd="0" destOrd="0" parTransId="{94990EBE-8552-41D5-B761-6DF5CF5FDA12}" sibTransId="{A3B1D4B1-A4A9-4C53-920A-379AEE21D30A}"/>
    <dgm:cxn modelId="{4550854F-9AD8-48E3-AE52-AC1E86ACDF45}" srcId="{979B167C-788A-49E9-B63A-1D9A1FF7B201}" destId="{50685DC8-8D42-4378-B7C4-CF644B8337B7}" srcOrd="2" destOrd="0" parTransId="{BABD7686-0B4D-46A7-8202-DDEE5FC30F01}" sibTransId="{F228B05D-CDF8-4A96-B48E-4F4A7EBFDBD8}"/>
    <dgm:cxn modelId="{80EB4755-B09B-4A96-ACE7-8760C5B46452}" srcId="{979B167C-788A-49E9-B63A-1D9A1FF7B201}" destId="{0A4CC0F0-10C5-4D0A-A17B-16387A048764}" srcOrd="1" destOrd="0" parTransId="{3E1B4813-97A5-4D37-90C1-6D4BC3F4B5D9}" sibTransId="{C9D698B3-D844-49F4-89BD-3A8251B637C3}"/>
    <dgm:cxn modelId="{2FA5ECF3-11BF-408A-9EF1-08B188180074}" type="presOf" srcId="{0A4CC0F0-10C5-4D0A-A17B-16387A048764}" destId="{4DDCB8A6-FFF0-46D3-BB0E-AEEAB918C6CB}" srcOrd="0" destOrd="0" presId="urn:microsoft.com/office/officeart/2018/5/layout/IconLeafLabelList"/>
    <dgm:cxn modelId="{471399F6-BD88-44DE-92BF-DEC498EE33B1}" type="presOf" srcId="{50685DC8-8D42-4378-B7C4-CF644B8337B7}" destId="{10DE0E4C-D2DC-4985-812E-D3B2B9BFB6D2}" srcOrd="0" destOrd="0" presId="urn:microsoft.com/office/officeart/2018/5/layout/IconLeafLabelList"/>
    <dgm:cxn modelId="{E581A5E9-45B2-4C1D-9D0F-2B216540BC72}" type="presParOf" srcId="{542C4115-FD28-4966-AD73-9481EFBB8CFD}" destId="{3B71FA8A-FE45-4F12-B7C6-6466C22EA450}" srcOrd="0" destOrd="0" presId="urn:microsoft.com/office/officeart/2018/5/layout/IconLeafLabelList"/>
    <dgm:cxn modelId="{2B4AF390-2A8A-44C8-BEE8-C000ACABD2A1}" type="presParOf" srcId="{3B71FA8A-FE45-4F12-B7C6-6466C22EA450}" destId="{40F5FB2D-147F-487B-9801-5E497D65E1AC}" srcOrd="0" destOrd="0" presId="urn:microsoft.com/office/officeart/2018/5/layout/IconLeafLabelList"/>
    <dgm:cxn modelId="{71CDE128-B312-4771-AAAD-CC5515FA9EF0}" type="presParOf" srcId="{3B71FA8A-FE45-4F12-B7C6-6466C22EA450}" destId="{D5263FE8-CCEB-45D7-A61B-1F535A53270F}" srcOrd="1" destOrd="0" presId="urn:microsoft.com/office/officeart/2018/5/layout/IconLeafLabelList"/>
    <dgm:cxn modelId="{978A0055-2DB5-4ACB-8351-92FA39B2F3AD}" type="presParOf" srcId="{3B71FA8A-FE45-4F12-B7C6-6466C22EA450}" destId="{E039147A-A051-4784-A263-D303E0BBC9C7}" srcOrd="2" destOrd="0" presId="urn:microsoft.com/office/officeart/2018/5/layout/IconLeafLabelList"/>
    <dgm:cxn modelId="{CC811ED0-18F6-4E8E-B11E-02C10C9A0604}" type="presParOf" srcId="{3B71FA8A-FE45-4F12-B7C6-6466C22EA450}" destId="{1E1B46F9-46A8-4CC4-BD68-D15A7FA88716}" srcOrd="3" destOrd="0" presId="urn:microsoft.com/office/officeart/2018/5/layout/IconLeafLabelList"/>
    <dgm:cxn modelId="{354A62BA-5A3B-4CB4-9BF8-02509CC4ECD3}" type="presParOf" srcId="{542C4115-FD28-4966-AD73-9481EFBB8CFD}" destId="{72E16C5F-CE1B-48CD-A0DF-C54F464189E5}" srcOrd="1" destOrd="0" presId="urn:microsoft.com/office/officeart/2018/5/layout/IconLeafLabelList"/>
    <dgm:cxn modelId="{2BB08480-818E-41AE-9F58-64290B5B9F27}" type="presParOf" srcId="{542C4115-FD28-4966-AD73-9481EFBB8CFD}" destId="{B9826EFA-6CB8-4965-8958-67064DB1FCAF}" srcOrd="2" destOrd="0" presId="urn:microsoft.com/office/officeart/2018/5/layout/IconLeafLabelList"/>
    <dgm:cxn modelId="{493B91E0-55E7-4972-B22B-1343C32B60FD}" type="presParOf" srcId="{B9826EFA-6CB8-4965-8958-67064DB1FCAF}" destId="{032C62A4-9A47-4CB8-A151-FFE8B8EFB6EC}" srcOrd="0" destOrd="0" presId="urn:microsoft.com/office/officeart/2018/5/layout/IconLeafLabelList"/>
    <dgm:cxn modelId="{127A0CFB-BD52-4DFF-B0B2-4B6DB02E538A}" type="presParOf" srcId="{B9826EFA-6CB8-4965-8958-67064DB1FCAF}" destId="{AC5A99D7-3FC8-494E-86D1-53CF0ED17E82}" srcOrd="1" destOrd="0" presId="urn:microsoft.com/office/officeart/2018/5/layout/IconLeafLabelList"/>
    <dgm:cxn modelId="{4834CABC-20E4-4585-A1DD-6B2C978C1986}" type="presParOf" srcId="{B9826EFA-6CB8-4965-8958-67064DB1FCAF}" destId="{E1B67B32-CB9B-4271-A024-EECD959DEEA6}" srcOrd="2" destOrd="0" presId="urn:microsoft.com/office/officeart/2018/5/layout/IconLeafLabelList"/>
    <dgm:cxn modelId="{1C1A3EE0-FA88-43F8-BD41-7ADD4AC95FD5}" type="presParOf" srcId="{B9826EFA-6CB8-4965-8958-67064DB1FCAF}" destId="{4DDCB8A6-FFF0-46D3-BB0E-AEEAB918C6CB}" srcOrd="3" destOrd="0" presId="urn:microsoft.com/office/officeart/2018/5/layout/IconLeafLabelList"/>
    <dgm:cxn modelId="{C8C0E89B-A434-421F-A670-F98388C6A398}" type="presParOf" srcId="{542C4115-FD28-4966-AD73-9481EFBB8CFD}" destId="{7E82EB70-631D-4FDC-AEEA-2F1CCEDF17C7}" srcOrd="3" destOrd="0" presId="urn:microsoft.com/office/officeart/2018/5/layout/IconLeafLabelList"/>
    <dgm:cxn modelId="{7B49A598-D090-4E18-893B-A6A84AC161EC}" type="presParOf" srcId="{542C4115-FD28-4966-AD73-9481EFBB8CFD}" destId="{A0D5A833-A035-4DF8-B398-1BC991FB35A0}" srcOrd="4" destOrd="0" presId="urn:microsoft.com/office/officeart/2018/5/layout/IconLeafLabelList"/>
    <dgm:cxn modelId="{42D05D6B-1B4D-42FE-932E-2437D40F34A7}" type="presParOf" srcId="{A0D5A833-A035-4DF8-B398-1BC991FB35A0}" destId="{CCFF7117-131D-43FF-943E-075612A079EB}" srcOrd="0" destOrd="0" presId="urn:microsoft.com/office/officeart/2018/5/layout/IconLeafLabelList"/>
    <dgm:cxn modelId="{01E4CF33-EC9D-4DD5-8E53-5ABF14D6418A}" type="presParOf" srcId="{A0D5A833-A035-4DF8-B398-1BC991FB35A0}" destId="{5D6916BD-739D-4674-BEFC-3DC1EA06C0E7}" srcOrd="1" destOrd="0" presId="urn:microsoft.com/office/officeart/2018/5/layout/IconLeafLabelList"/>
    <dgm:cxn modelId="{2820C886-9EC3-4811-B66B-63471615E6E1}" type="presParOf" srcId="{A0D5A833-A035-4DF8-B398-1BC991FB35A0}" destId="{1D49C9E6-A832-47C0-8BC1-DDFCDF68517B}" srcOrd="2" destOrd="0" presId="urn:microsoft.com/office/officeart/2018/5/layout/IconLeafLabelList"/>
    <dgm:cxn modelId="{92AB1747-C937-4C8F-9C12-267A5BCC72DC}" type="presParOf" srcId="{A0D5A833-A035-4DF8-B398-1BC991FB35A0}" destId="{10DE0E4C-D2DC-4985-812E-D3B2B9BFB6D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144BB1-7FC1-414B-A390-7C31FDC3BBDF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9EFAAD8-3C11-481D-A58D-E776F2108256}">
      <dgm:prSet/>
      <dgm:spPr/>
      <dgm:t>
        <a:bodyPr/>
        <a:lstStyle/>
        <a:p>
          <a:r>
            <a:rPr lang="en-US" dirty="0"/>
            <a:t>Monolithic</a:t>
          </a:r>
        </a:p>
      </dgm:t>
    </dgm:pt>
    <dgm:pt modelId="{65E13458-2581-4D83-BFE5-AEBD241E1BDA}" type="parTrans" cxnId="{FCC69EE6-7730-4909-B5A1-A788296855FC}">
      <dgm:prSet/>
      <dgm:spPr/>
      <dgm:t>
        <a:bodyPr/>
        <a:lstStyle/>
        <a:p>
          <a:endParaRPr lang="en-US"/>
        </a:p>
      </dgm:t>
    </dgm:pt>
    <dgm:pt modelId="{A690D3E9-8AEF-4439-AE49-FBBD2DBA4351}" type="sibTrans" cxnId="{FCC69EE6-7730-4909-B5A1-A788296855FC}">
      <dgm:prSet/>
      <dgm:spPr/>
      <dgm:t>
        <a:bodyPr/>
        <a:lstStyle/>
        <a:p>
          <a:endParaRPr lang="en-US"/>
        </a:p>
      </dgm:t>
    </dgm:pt>
    <dgm:pt modelId="{6FCF335F-1D72-4B53-B8B7-B66B59A0DB88}">
      <dgm:prSet/>
      <dgm:spPr/>
      <dgm:t>
        <a:bodyPr/>
        <a:lstStyle/>
        <a:p>
          <a:r>
            <a:rPr lang="en-US" dirty="0"/>
            <a:t>SOA (Service-Oriented Architecture)</a:t>
          </a:r>
        </a:p>
      </dgm:t>
    </dgm:pt>
    <dgm:pt modelId="{89073719-CAE8-47D3-8817-41612D567F0D}" type="parTrans" cxnId="{A855438F-BCED-4618-8647-A1C8950E9AD5}">
      <dgm:prSet/>
      <dgm:spPr/>
      <dgm:t>
        <a:bodyPr/>
        <a:lstStyle/>
        <a:p>
          <a:endParaRPr lang="en-US"/>
        </a:p>
      </dgm:t>
    </dgm:pt>
    <dgm:pt modelId="{D0F5B66A-D67F-4145-988A-DF81F072534D}" type="sibTrans" cxnId="{A855438F-BCED-4618-8647-A1C8950E9AD5}">
      <dgm:prSet/>
      <dgm:spPr/>
      <dgm:t>
        <a:bodyPr/>
        <a:lstStyle/>
        <a:p>
          <a:endParaRPr lang="en-US"/>
        </a:p>
      </dgm:t>
    </dgm:pt>
    <dgm:pt modelId="{2A9486EA-4AC7-4C1E-A5CA-438D711B2170}">
      <dgm:prSet/>
      <dgm:spPr/>
      <dgm:t>
        <a:bodyPr/>
        <a:lstStyle/>
        <a:p>
          <a:r>
            <a:rPr lang="en-US" dirty="0"/>
            <a:t>Microservices</a:t>
          </a:r>
        </a:p>
      </dgm:t>
    </dgm:pt>
    <dgm:pt modelId="{A8EA92CC-9E2F-490C-AACC-C6F0FB820B35}" type="parTrans" cxnId="{C7AE981C-2D64-42DF-A1B2-CAB82112C470}">
      <dgm:prSet/>
      <dgm:spPr/>
      <dgm:t>
        <a:bodyPr/>
        <a:lstStyle/>
        <a:p>
          <a:endParaRPr lang="en-US"/>
        </a:p>
      </dgm:t>
    </dgm:pt>
    <dgm:pt modelId="{4FF4673D-44C8-4B7E-95EF-BE3627563AA2}" type="sibTrans" cxnId="{C7AE981C-2D64-42DF-A1B2-CAB82112C470}">
      <dgm:prSet/>
      <dgm:spPr/>
      <dgm:t>
        <a:bodyPr/>
        <a:lstStyle/>
        <a:p>
          <a:endParaRPr lang="en-US"/>
        </a:p>
      </dgm:t>
    </dgm:pt>
    <dgm:pt modelId="{5E4DA91B-A12E-4590-A380-AF067A6155A2}" type="pres">
      <dgm:prSet presAssocID="{CC144BB1-7FC1-414B-A390-7C31FDC3BBD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DB99A54-9768-4CA8-B9A6-75CC8D7FDA83}" type="pres">
      <dgm:prSet presAssocID="{39EFAAD8-3C11-481D-A58D-E776F2108256}" presName="root" presStyleCnt="0"/>
      <dgm:spPr/>
    </dgm:pt>
    <dgm:pt modelId="{4B6E6A57-36F4-4652-9532-C02D311EEA41}" type="pres">
      <dgm:prSet presAssocID="{39EFAAD8-3C11-481D-A58D-E776F2108256}" presName="rootComposite" presStyleCnt="0"/>
      <dgm:spPr/>
    </dgm:pt>
    <dgm:pt modelId="{6773E943-D3D2-404E-9E90-B1B106FF2AC6}" type="pres">
      <dgm:prSet presAssocID="{39EFAAD8-3C11-481D-A58D-E776F2108256}" presName="rootText" presStyleLbl="node1" presStyleIdx="0" presStyleCnt="3"/>
      <dgm:spPr/>
    </dgm:pt>
    <dgm:pt modelId="{406C5BA5-3857-42B3-8D84-4C6B58417CED}" type="pres">
      <dgm:prSet presAssocID="{39EFAAD8-3C11-481D-A58D-E776F2108256}" presName="rootConnector" presStyleLbl="node1" presStyleIdx="0" presStyleCnt="3"/>
      <dgm:spPr/>
    </dgm:pt>
    <dgm:pt modelId="{8CAAF292-8C5B-4849-AC20-0E0FA1594CAE}" type="pres">
      <dgm:prSet presAssocID="{39EFAAD8-3C11-481D-A58D-E776F2108256}" presName="childShape" presStyleCnt="0"/>
      <dgm:spPr/>
    </dgm:pt>
    <dgm:pt modelId="{57B665DD-9EC6-4913-91BF-E5962ED68DFB}" type="pres">
      <dgm:prSet presAssocID="{6FCF335F-1D72-4B53-B8B7-B66B59A0DB88}" presName="root" presStyleCnt="0"/>
      <dgm:spPr/>
    </dgm:pt>
    <dgm:pt modelId="{D22874F0-C233-427A-8A2A-0FCD224E2162}" type="pres">
      <dgm:prSet presAssocID="{6FCF335F-1D72-4B53-B8B7-B66B59A0DB88}" presName="rootComposite" presStyleCnt="0"/>
      <dgm:spPr/>
    </dgm:pt>
    <dgm:pt modelId="{DBE655A1-86ED-4DBA-87C1-512ED9AD677A}" type="pres">
      <dgm:prSet presAssocID="{6FCF335F-1D72-4B53-B8B7-B66B59A0DB88}" presName="rootText" presStyleLbl="node1" presStyleIdx="1" presStyleCnt="3"/>
      <dgm:spPr/>
    </dgm:pt>
    <dgm:pt modelId="{152F92BD-041F-437D-8FE6-AF2569A63D43}" type="pres">
      <dgm:prSet presAssocID="{6FCF335F-1D72-4B53-B8B7-B66B59A0DB88}" presName="rootConnector" presStyleLbl="node1" presStyleIdx="1" presStyleCnt="3"/>
      <dgm:spPr/>
    </dgm:pt>
    <dgm:pt modelId="{E7536033-3E26-46DF-9A75-F4B6846417B5}" type="pres">
      <dgm:prSet presAssocID="{6FCF335F-1D72-4B53-B8B7-B66B59A0DB88}" presName="childShape" presStyleCnt="0"/>
      <dgm:spPr/>
    </dgm:pt>
    <dgm:pt modelId="{C264DB64-003A-4F72-B0F8-F3C4E4D1DD59}" type="pres">
      <dgm:prSet presAssocID="{2A9486EA-4AC7-4C1E-A5CA-438D711B2170}" presName="root" presStyleCnt="0"/>
      <dgm:spPr/>
    </dgm:pt>
    <dgm:pt modelId="{60993F14-CA7E-4626-8E83-666F92FDED1F}" type="pres">
      <dgm:prSet presAssocID="{2A9486EA-4AC7-4C1E-A5CA-438D711B2170}" presName="rootComposite" presStyleCnt="0"/>
      <dgm:spPr/>
    </dgm:pt>
    <dgm:pt modelId="{AD92E212-7B6E-4FBB-93FF-B4F3F7FA371B}" type="pres">
      <dgm:prSet presAssocID="{2A9486EA-4AC7-4C1E-A5CA-438D711B2170}" presName="rootText" presStyleLbl="node1" presStyleIdx="2" presStyleCnt="3"/>
      <dgm:spPr/>
    </dgm:pt>
    <dgm:pt modelId="{1D54133E-9F5B-4518-87D2-759E3F231DA8}" type="pres">
      <dgm:prSet presAssocID="{2A9486EA-4AC7-4C1E-A5CA-438D711B2170}" presName="rootConnector" presStyleLbl="node1" presStyleIdx="2" presStyleCnt="3"/>
      <dgm:spPr/>
    </dgm:pt>
    <dgm:pt modelId="{1D841E2B-60B7-4E2E-A286-C211E6946BF8}" type="pres">
      <dgm:prSet presAssocID="{2A9486EA-4AC7-4C1E-A5CA-438D711B2170}" presName="childShape" presStyleCnt="0"/>
      <dgm:spPr/>
    </dgm:pt>
  </dgm:ptLst>
  <dgm:cxnLst>
    <dgm:cxn modelId="{C7AE981C-2D64-42DF-A1B2-CAB82112C470}" srcId="{CC144BB1-7FC1-414B-A390-7C31FDC3BBDF}" destId="{2A9486EA-4AC7-4C1E-A5CA-438D711B2170}" srcOrd="2" destOrd="0" parTransId="{A8EA92CC-9E2F-490C-AACC-C6F0FB820B35}" sibTransId="{4FF4673D-44C8-4B7E-95EF-BE3627563AA2}"/>
    <dgm:cxn modelId="{507F771D-C107-4AFF-9FF3-9D670CCB6625}" type="presOf" srcId="{2A9486EA-4AC7-4C1E-A5CA-438D711B2170}" destId="{1D54133E-9F5B-4518-87D2-759E3F231DA8}" srcOrd="1" destOrd="0" presId="urn:microsoft.com/office/officeart/2005/8/layout/hierarchy3"/>
    <dgm:cxn modelId="{C84E5337-4F8A-4569-87DC-F57CB164508B}" type="presOf" srcId="{39EFAAD8-3C11-481D-A58D-E776F2108256}" destId="{406C5BA5-3857-42B3-8D84-4C6B58417CED}" srcOrd="1" destOrd="0" presId="urn:microsoft.com/office/officeart/2005/8/layout/hierarchy3"/>
    <dgm:cxn modelId="{66560872-6406-4CAF-8684-5F904041BCF7}" type="presOf" srcId="{39EFAAD8-3C11-481D-A58D-E776F2108256}" destId="{6773E943-D3D2-404E-9E90-B1B106FF2AC6}" srcOrd="0" destOrd="0" presId="urn:microsoft.com/office/officeart/2005/8/layout/hierarchy3"/>
    <dgm:cxn modelId="{A855438F-BCED-4618-8647-A1C8950E9AD5}" srcId="{CC144BB1-7FC1-414B-A390-7C31FDC3BBDF}" destId="{6FCF335F-1D72-4B53-B8B7-B66B59A0DB88}" srcOrd="1" destOrd="0" parTransId="{89073719-CAE8-47D3-8817-41612D567F0D}" sibTransId="{D0F5B66A-D67F-4145-988A-DF81F072534D}"/>
    <dgm:cxn modelId="{A290498F-FD08-4C5D-B303-67E1647A37FA}" type="presOf" srcId="{6FCF335F-1D72-4B53-B8B7-B66B59A0DB88}" destId="{152F92BD-041F-437D-8FE6-AF2569A63D43}" srcOrd="1" destOrd="0" presId="urn:microsoft.com/office/officeart/2005/8/layout/hierarchy3"/>
    <dgm:cxn modelId="{B586BFE1-7505-46AA-9C2E-7DEA4809A6D4}" type="presOf" srcId="{CC144BB1-7FC1-414B-A390-7C31FDC3BBDF}" destId="{5E4DA91B-A12E-4590-A380-AF067A6155A2}" srcOrd="0" destOrd="0" presId="urn:microsoft.com/office/officeart/2005/8/layout/hierarchy3"/>
    <dgm:cxn modelId="{355874E2-0319-4386-BEC2-C6E3E7D5187F}" type="presOf" srcId="{6FCF335F-1D72-4B53-B8B7-B66B59A0DB88}" destId="{DBE655A1-86ED-4DBA-87C1-512ED9AD677A}" srcOrd="0" destOrd="0" presId="urn:microsoft.com/office/officeart/2005/8/layout/hierarchy3"/>
    <dgm:cxn modelId="{FCC69EE6-7730-4909-B5A1-A788296855FC}" srcId="{CC144BB1-7FC1-414B-A390-7C31FDC3BBDF}" destId="{39EFAAD8-3C11-481D-A58D-E776F2108256}" srcOrd="0" destOrd="0" parTransId="{65E13458-2581-4D83-BFE5-AEBD241E1BDA}" sibTransId="{A690D3E9-8AEF-4439-AE49-FBBD2DBA4351}"/>
    <dgm:cxn modelId="{5A67E7F0-3977-4610-9551-262CFD16BE6A}" type="presOf" srcId="{2A9486EA-4AC7-4C1E-A5CA-438D711B2170}" destId="{AD92E212-7B6E-4FBB-93FF-B4F3F7FA371B}" srcOrd="0" destOrd="0" presId="urn:microsoft.com/office/officeart/2005/8/layout/hierarchy3"/>
    <dgm:cxn modelId="{E6EE8BB7-73F5-4FD2-9C45-1CFEE37EB7D2}" type="presParOf" srcId="{5E4DA91B-A12E-4590-A380-AF067A6155A2}" destId="{4DB99A54-9768-4CA8-B9A6-75CC8D7FDA83}" srcOrd="0" destOrd="0" presId="urn:microsoft.com/office/officeart/2005/8/layout/hierarchy3"/>
    <dgm:cxn modelId="{87CFD438-6D30-47D5-99FA-1381142E3A12}" type="presParOf" srcId="{4DB99A54-9768-4CA8-B9A6-75CC8D7FDA83}" destId="{4B6E6A57-36F4-4652-9532-C02D311EEA41}" srcOrd="0" destOrd="0" presId="urn:microsoft.com/office/officeart/2005/8/layout/hierarchy3"/>
    <dgm:cxn modelId="{201E1A0D-9CB6-4EFF-AE1E-BC8BB54A7FDA}" type="presParOf" srcId="{4B6E6A57-36F4-4652-9532-C02D311EEA41}" destId="{6773E943-D3D2-404E-9E90-B1B106FF2AC6}" srcOrd="0" destOrd="0" presId="urn:microsoft.com/office/officeart/2005/8/layout/hierarchy3"/>
    <dgm:cxn modelId="{B786A221-2F57-4FFD-929E-BA6BC2B336A6}" type="presParOf" srcId="{4B6E6A57-36F4-4652-9532-C02D311EEA41}" destId="{406C5BA5-3857-42B3-8D84-4C6B58417CED}" srcOrd="1" destOrd="0" presId="urn:microsoft.com/office/officeart/2005/8/layout/hierarchy3"/>
    <dgm:cxn modelId="{23D2298C-F092-4FA4-9B62-4EAAB1CACCD5}" type="presParOf" srcId="{4DB99A54-9768-4CA8-B9A6-75CC8D7FDA83}" destId="{8CAAF292-8C5B-4849-AC20-0E0FA1594CAE}" srcOrd="1" destOrd="0" presId="urn:microsoft.com/office/officeart/2005/8/layout/hierarchy3"/>
    <dgm:cxn modelId="{54F9A392-EE5F-4625-AD1F-698250B11187}" type="presParOf" srcId="{5E4DA91B-A12E-4590-A380-AF067A6155A2}" destId="{57B665DD-9EC6-4913-91BF-E5962ED68DFB}" srcOrd="1" destOrd="0" presId="urn:microsoft.com/office/officeart/2005/8/layout/hierarchy3"/>
    <dgm:cxn modelId="{44AB4492-C82D-4722-A2D9-115DF099FD0D}" type="presParOf" srcId="{57B665DD-9EC6-4913-91BF-E5962ED68DFB}" destId="{D22874F0-C233-427A-8A2A-0FCD224E2162}" srcOrd="0" destOrd="0" presId="urn:microsoft.com/office/officeart/2005/8/layout/hierarchy3"/>
    <dgm:cxn modelId="{C379E4D0-BEBF-4D71-96F0-0D650A46F4E7}" type="presParOf" srcId="{D22874F0-C233-427A-8A2A-0FCD224E2162}" destId="{DBE655A1-86ED-4DBA-87C1-512ED9AD677A}" srcOrd="0" destOrd="0" presId="urn:microsoft.com/office/officeart/2005/8/layout/hierarchy3"/>
    <dgm:cxn modelId="{B970DDDD-0EA8-4B1C-B303-88E8C7E406D5}" type="presParOf" srcId="{D22874F0-C233-427A-8A2A-0FCD224E2162}" destId="{152F92BD-041F-437D-8FE6-AF2569A63D43}" srcOrd="1" destOrd="0" presId="urn:microsoft.com/office/officeart/2005/8/layout/hierarchy3"/>
    <dgm:cxn modelId="{CF6026D5-AAAE-4F1A-B2AE-68703AB83F92}" type="presParOf" srcId="{57B665DD-9EC6-4913-91BF-E5962ED68DFB}" destId="{E7536033-3E26-46DF-9A75-F4B6846417B5}" srcOrd="1" destOrd="0" presId="urn:microsoft.com/office/officeart/2005/8/layout/hierarchy3"/>
    <dgm:cxn modelId="{4D66E73D-16B3-4154-BFFB-68E27B0AED33}" type="presParOf" srcId="{5E4DA91B-A12E-4590-A380-AF067A6155A2}" destId="{C264DB64-003A-4F72-B0F8-F3C4E4D1DD59}" srcOrd="2" destOrd="0" presId="urn:microsoft.com/office/officeart/2005/8/layout/hierarchy3"/>
    <dgm:cxn modelId="{1E8953D6-2E7C-468F-9829-EBDA4F0698E5}" type="presParOf" srcId="{C264DB64-003A-4F72-B0F8-F3C4E4D1DD59}" destId="{60993F14-CA7E-4626-8E83-666F92FDED1F}" srcOrd="0" destOrd="0" presId="urn:microsoft.com/office/officeart/2005/8/layout/hierarchy3"/>
    <dgm:cxn modelId="{941D9B6E-D078-40F4-9FE2-75F77C9A15FE}" type="presParOf" srcId="{60993F14-CA7E-4626-8E83-666F92FDED1F}" destId="{AD92E212-7B6E-4FBB-93FF-B4F3F7FA371B}" srcOrd="0" destOrd="0" presId="urn:microsoft.com/office/officeart/2005/8/layout/hierarchy3"/>
    <dgm:cxn modelId="{469A3224-B824-4D30-BAE4-BF4F24711C7F}" type="presParOf" srcId="{60993F14-CA7E-4626-8E83-666F92FDED1F}" destId="{1D54133E-9F5B-4518-87D2-759E3F231DA8}" srcOrd="1" destOrd="0" presId="urn:microsoft.com/office/officeart/2005/8/layout/hierarchy3"/>
    <dgm:cxn modelId="{E2E294B6-8FDF-4A97-B637-FE005F439D2F}" type="presParOf" srcId="{C264DB64-003A-4F72-B0F8-F3C4E4D1DD59}" destId="{1D841E2B-60B7-4E2E-A286-C211E6946BF8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957366-2856-44E8-AFF1-9E64FD195ED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04D718-777F-4757-8F91-CAFD40A33BC6}">
      <dgm:prSet/>
      <dgm:spPr/>
      <dgm:t>
        <a:bodyPr/>
        <a:lstStyle/>
        <a:p>
          <a:r>
            <a:rPr lang="en-US"/>
            <a:t>N-Tier Architecture</a:t>
          </a:r>
        </a:p>
      </dgm:t>
    </dgm:pt>
    <dgm:pt modelId="{D0F2C1B1-B0C0-4B8A-88F9-76B2D9FF3005}" type="parTrans" cxnId="{D9E40767-2F81-4C7E-9774-83E400139832}">
      <dgm:prSet/>
      <dgm:spPr/>
      <dgm:t>
        <a:bodyPr/>
        <a:lstStyle/>
        <a:p>
          <a:endParaRPr lang="en-US"/>
        </a:p>
      </dgm:t>
    </dgm:pt>
    <dgm:pt modelId="{0D160589-007F-4C8A-A264-98724988ED1A}" type="sibTrans" cxnId="{D9E40767-2F81-4C7E-9774-83E400139832}">
      <dgm:prSet/>
      <dgm:spPr/>
      <dgm:t>
        <a:bodyPr/>
        <a:lstStyle/>
        <a:p>
          <a:endParaRPr lang="en-US"/>
        </a:p>
      </dgm:t>
    </dgm:pt>
    <dgm:pt modelId="{9EE371BD-EB48-4300-8DDD-4A26A6208608}">
      <dgm:prSet/>
      <dgm:spPr/>
      <dgm:t>
        <a:bodyPr/>
        <a:lstStyle/>
        <a:p>
          <a:r>
            <a:rPr lang="en-GB"/>
            <a:t>Flat / Single-Tier</a:t>
          </a:r>
          <a:endParaRPr lang="en-US"/>
        </a:p>
      </dgm:t>
    </dgm:pt>
    <dgm:pt modelId="{A3271930-0DB6-46E2-AE69-986F488F6062}" type="parTrans" cxnId="{8FFE96E6-BBCE-4ABE-94E9-839A5EEE1901}">
      <dgm:prSet/>
      <dgm:spPr/>
      <dgm:t>
        <a:bodyPr/>
        <a:lstStyle/>
        <a:p>
          <a:endParaRPr lang="en-US"/>
        </a:p>
      </dgm:t>
    </dgm:pt>
    <dgm:pt modelId="{50DFF65F-8913-450E-8FBD-B3F724D7A28B}" type="sibTrans" cxnId="{8FFE96E6-BBCE-4ABE-94E9-839A5EEE1901}">
      <dgm:prSet/>
      <dgm:spPr/>
      <dgm:t>
        <a:bodyPr/>
        <a:lstStyle/>
        <a:p>
          <a:endParaRPr lang="en-US"/>
        </a:p>
      </dgm:t>
    </dgm:pt>
    <dgm:pt modelId="{DF348479-4F54-4E8D-AB63-6FB7ED69D3C9}">
      <dgm:prSet/>
      <dgm:spPr/>
      <dgm:t>
        <a:bodyPr/>
        <a:lstStyle/>
        <a:p>
          <a:r>
            <a:rPr lang="en-GB"/>
            <a:t>Hub-and-Spoke</a:t>
          </a:r>
          <a:endParaRPr lang="en-US"/>
        </a:p>
      </dgm:t>
    </dgm:pt>
    <dgm:pt modelId="{40C24652-E399-476D-8E7B-DE780B8AC666}" type="parTrans" cxnId="{5F2F0163-4271-4A0F-A0B9-C1824B2BC6CD}">
      <dgm:prSet/>
      <dgm:spPr/>
      <dgm:t>
        <a:bodyPr/>
        <a:lstStyle/>
        <a:p>
          <a:endParaRPr lang="en-US"/>
        </a:p>
      </dgm:t>
    </dgm:pt>
    <dgm:pt modelId="{8BE1ADA4-C732-40AC-AFA4-A79D6A24AD27}" type="sibTrans" cxnId="{5F2F0163-4271-4A0F-A0B9-C1824B2BC6CD}">
      <dgm:prSet/>
      <dgm:spPr/>
      <dgm:t>
        <a:bodyPr/>
        <a:lstStyle/>
        <a:p>
          <a:endParaRPr lang="en-US"/>
        </a:p>
      </dgm:t>
    </dgm:pt>
    <dgm:pt modelId="{892DAB5F-B9EB-4FE5-B756-E83584B4C4DF}">
      <dgm:prSet/>
      <dgm:spPr/>
      <dgm:t>
        <a:bodyPr/>
        <a:lstStyle/>
        <a:p>
          <a:r>
            <a:rPr lang="en-US"/>
            <a:t>Hybrid</a:t>
          </a:r>
        </a:p>
      </dgm:t>
    </dgm:pt>
    <dgm:pt modelId="{3E6854C6-DCAE-48AF-BF5A-AB460EC2AD28}" type="parTrans" cxnId="{57AB2E4F-A922-40AF-A36D-D3421531853B}">
      <dgm:prSet/>
      <dgm:spPr/>
      <dgm:t>
        <a:bodyPr/>
        <a:lstStyle/>
        <a:p>
          <a:endParaRPr lang="en-US"/>
        </a:p>
      </dgm:t>
    </dgm:pt>
    <dgm:pt modelId="{EA245A1B-1CAC-4D56-9EED-1BD3F938103C}" type="sibTrans" cxnId="{57AB2E4F-A922-40AF-A36D-D3421531853B}">
      <dgm:prSet/>
      <dgm:spPr/>
      <dgm:t>
        <a:bodyPr/>
        <a:lstStyle/>
        <a:p>
          <a:endParaRPr lang="en-US"/>
        </a:p>
      </dgm:t>
    </dgm:pt>
    <dgm:pt modelId="{DC1B2E70-C743-40BD-A8D8-209D7D039CF8}" type="pres">
      <dgm:prSet presAssocID="{86957366-2856-44E8-AFF1-9E64FD195EDF}" presName="linear" presStyleCnt="0">
        <dgm:presLayoutVars>
          <dgm:animLvl val="lvl"/>
          <dgm:resizeHandles val="exact"/>
        </dgm:presLayoutVars>
      </dgm:prSet>
      <dgm:spPr/>
    </dgm:pt>
    <dgm:pt modelId="{AA88931B-88C7-4B5F-B8AE-FF1CC2BC3069}" type="pres">
      <dgm:prSet presAssocID="{B504D718-777F-4757-8F91-CAFD40A33BC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CA5364F-6344-42C3-A86A-638716FADDD0}" type="pres">
      <dgm:prSet presAssocID="{0D160589-007F-4C8A-A264-98724988ED1A}" presName="spacer" presStyleCnt="0"/>
      <dgm:spPr/>
    </dgm:pt>
    <dgm:pt modelId="{6F136701-5A93-4823-A7D9-20118348E8CF}" type="pres">
      <dgm:prSet presAssocID="{9EE371BD-EB48-4300-8DDD-4A26A62086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C4BBF6-CDF4-4543-9BF4-B18BCB58C8BE}" type="pres">
      <dgm:prSet presAssocID="{50DFF65F-8913-450E-8FBD-B3F724D7A28B}" presName="spacer" presStyleCnt="0"/>
      <dgm:spPr/>
    </dgm:pt>
    <dgm:pt modelId="{9EAF7C07-CCF2-48AF-88C1-D898D73408FB}" type="pres">
      <dgm:prSet presAssocID="{DF348479-4F54-4E8D-AB63-6FB7ED69D3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6E5838-489E-46B4-8C57-107F14AA60EA}" type="pres">
      <dgm:prSet presAssocID="{8BE1ADA4-C732-40AC-AFA4-A79D6A24AD27}" presName="spacer" presStyleCnt="0"/>
      <dgm:spPr/>
    </dgm:pt>
    <dgm:pt modelId="{02BE28FA-B5A7-4008-AE41-B53A86FA4F29}" type="pres">
      <dgm:prSet presAssocID="{892DAB5F-B9EB-4FE5-B756-E83584B4C4D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F2F0163-4271-4A0F-A0B9-C1824B2BC6CD}" srcId="{86957366-2856-44E8-AFF1-9E64FD195EDF}" destId="{DF348479-4F54-4E8D-AB63-6FB7ED69D3C9}" srcOrd="2" destOrd="0" parTransId="{40C24652-E399-476D-8E7B-DE780B8AC666}" sibTransId="{8BE1ADA4-C732-40AC-AFA4-A79D6A24AD27}"/>
    <dgm:cxn modelId="{D9E40767-2F81-4C7E-9774-83E400139832}" srcId="{86957366-2856-44E8-AFF1-9E64FD195EDF}" destId="{B504D718-777F-4757-8F91-CAFD40A33BC6}" srcOrd="0" destOrd="0" parTransId="{D0F2C1B1-B0C0-4B8A-88F9-76B2D9FF3005}" sibTransId="{0D160589-007F-4C8A-A264-98724988ED1A}"/>
    <dgm:cxn modelId="{57AB2E4F-A922-40AF-A36D-D3421531853B}" srcId="{86957366-2856-44E8-AFF1-9E64FD195EDF}" destId="{892DAB5F-B9EB-4FE5-B756-E83584B4C4DF}" srcOrd="3" destOrd="0" parTransId="{3E6854C6-DCAE-48AF-BF5A-AB460EC2AD28}" sibTransId="{EA245A1B-1CAC-4D56-9EED-1BD3F938103C}"/>
    <dgm:cxn modelId="{159B6657-9147-42EA-ABF0-C5F6850B7DD9}" type="presOf" srcId="{B504D718-777F-4757-8F91-CAFD40A33BC6}" destId="{AA88931B-88C7-4B5F-B8AE-FF1CC2BC3069}" srcOrd="0" destOrd="0" presId="urn:microsoft.com/office/officeart/2005/8/layout/vList2"/>
    <dgm:cxn modelId="{77655F82-4B6D-47B6-AD6D-4E3E1FB12080}" type="presOf" srcId="{86957366-2856-44E8-AFF1-9E64FD195EDF}" destId="{DC1B2E70-C743-40BD-A8D8-209D7D039CF8}" srcOrd="0" destOrd="0" presId="urn:microsoft.com/office/officeart/2005/8/layout/vList2"/>
    <dgm:cxn modelId="{7D3A6683-A63F-45A4-B180-6C65D8CAFE8A}" type="presOf" srcId="{DF348479-4F54-4E8D-AB63-6FB7ED69D3C9}" destId="{9EAF7C07-CCF2-48AF-88C1-D898D73408FB}" srcOrd="0" destOrd="0" presId="urn:microsoft.com/office/officeart/2005/8/layout/vList2"/>
    <dgm:cxn modelId="{CBAE5DD0-0DCF-4EB1-80D5-2F4DF5D6EA79}" type="presOf" srcId="{892DAB5F-B9EB-4FE5-B756-E83584B4C4DF}" destId="{02BE28FA-B5A7-4008-AE41-B53A86FA4F29}" srcOrd="0" destOrd="0" presId="urn:microsoft.com/office/officeart/2005/8/layout/vList2"/>
    <dgm:cxn modelId="{8FFE96E6-BBCE-4ABE-94E9-839A5EEE1901}" srcId="{86957366-2856-44E8-AFF1-9E64FD195EDF}" destId="{9EE371BD-EB48-4300-8DDD-4A26A6208608}" srcOrd="1" destOrd="0" parTransId="{A3271930-0DB6-46E2-AE69-986F488F6062}" sibTransId="{50DFF65F-8913-450E-8FBD-B3F724D7A28B}"/>
    <dgm:cxn modelId="{005327E7-1A78-4322-88E3-DD6E60A974DC}" type="presOf" srcId="{9EE371BD-EB48-4300-8DDD-4A26A6208608}" destId="{6F136701-5A93-4823-A7D9-20118348E8CF}" srcOrd="0" destOrd="0" presId="urn:microsoft.com/office/officeart/2005/8/layout/vList2"/>
    <dgm:cxn modelId="{572EAE56-FC8D-4C13-BEAF-B76663007076}" type="presParOf" srcId="{DC1B2E70-C743-40BD-A8D8-209D7D039CF8}" destId="{AA88931B-88C7-4B5F-B8AE-FF1CC2BC3069}" srcOrd="0" destOrd="0" presId="urn:microsoft.com/office/officeart/2005/8/layout/vList2"/>
    <dgm:cxn modelId="{4D5DDD02-8ED9-4692-BF6C-B4CFCBB082D1}" type="presParOf" srcId="{DC1B2E70-C743-40BD-A8D8-209D7D039CF8}" destId="{6CA5364F-6344-42C3-A86A-638716FADDD0}" srcOrd="1" destOrd="0" presId="urn:microsoft.com/office/officeart/2005/8/layout/vList2"/>
    <dgm:cxn modelId="{7EF70042-CFAF-4C79-A932-A5DF04D834DB}" type="presParOf" srcId="{DC1B2E70-C743-40BD-A8D8-209D7D039CF8}" destId="{6F136701-5A93-4823-A7D9-20118348E8CF}" srcOrd="2" destOrd="0" presId="urn:microsoft.com/office/officeart/2005/8/layout/vList2"/>
    <dgm:cxn modelId="{DD06E710-2B38-4015-B67E-1015485D103C}" type="presParOf" srcId="{DC1B2E70-C743-40BD-A8D8-209D7D039CF8}" destId="{CFC4BBF6-CDF4-4543-9BF4-B18BCB58C8BE}" srcOrd="3" destOrd="0" presId="urn:microsoft.com/office/officeart/2005/8/layout/vList2"/>
    <dgm:cxn modelId="{A63F5B51-6EEA-46FA-B2F2-CF0F3364F339}" type="presParOf" srcId="{DC1B2E70-C743-40BD-A8D8-209D7D039CF8}" destId="{9EAF7C07-CCF2-48AF-88C1-D898D73408FB}" srcOrd="4" destOrd="0" presId="urn:microsoft.com/office/officeart/2005/8/layout/vList2"/>
    <dgm:cxn modelId="{D2B69B6D-F636-46AC-A017-DBA064D30FD6}" type="presParOf" srcId="{DC1B2E70-C743-40BD-A8D8-209D7D039CF8}" destId="{086E5838-489E-46B4-8C57-107F14AA60EA}" srcOrd="5" destOrd="0" presId="urn:microsoft.com/office/officeart/2005/8/layout/vList2"/>
    <dgm:cxn modelId="{60B104CA-1D1C-47C6-BFD9-53E645EDAD8A}" type="presParOf" srcId="{DC1B2E70-C743-40BD-A8D8-209D7D039CF8}" destId="{02BE28FA-B5A7-4008-AE41-B53A86FA4F2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B98C6A-6C64-44EB-920F-3E81F8F04B5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8B38BD0-EC22-416D-B2FC-6AE9D1785F40}">
      <dgm:prSet/>
      <dgm:spPr/>
      <dgm:t>
        <a:bodyPr/>
        <a:lstStyle/>
        <a:p>
          <a:r>
            <a:rPr lang="en-US" dirty="0"/>
            <a:t>BRD → Business Requirements Document</a:t>
          </a:r>
        </a:p>
      </dgm:t>
    </dgm:pt>
    <dgm:pt modelId="{9F46352F-3CEE-4019-883F-ABFA3518F370}" type="parTrans" cxnId="{7E56056F-B65F-4A98-84D0-E22AB5014F83}">
      <dgm:prSet/>
      <dgm:spPr/>
      <dgm:t>
        <a:bodyPr/>
        <a:lstStyle/>
        <a:p>
          <a:endParaRPr lang="en-US"/>
        </a:p>
      </dgm:t>
    </dgm:pt>
    <dgm:pt modelId="{0A1E77CC-D6A5-4FAE-AAE9-DE683EC51603}" type="sibTrans" cxnId="{7E56056F-B65F-4A98-84D0-E22AB5014F83}">
      <dgm:prSet/>
      <dgm:spPr/>
      <dgm:t>
        <a:bodyPr/>
        <a:lstStyle/>
        <a:p>
          <a:endParaRPr lang="en-US"/>
        </a:p>
      </dgm:t>
    </dgm:pt>
    <dgm:pt modelId="{79A84F49-E925-41F3-A9A5-A692BFBF393E}">
      <dgm:prSet/>
      <dgm:spPr/>
      <dgm:t>
        <a:bodyPr/>
        <a:lstStyle/>
        <a:p>
          <a:r>
            <a:rPr lang="en-US" dirty="0"/>
            <a:t>HLD → High-Level Design</a:t>
          </a:r>
        </a:p>
      </dgm:t>
    </dgm:pt>
    <dgm:pt modelId="{A494425D-9759-49F1-87F4-A290BD3AC2C0}" type="parTrans" cxnId="{3F46A50E-08AF-4539-BCAE-D4EB57C2D0EE}">
      <dgm:prSet/>
      <dgm:spPr/>
      <dgm:t>
        <a:bodyPr/>
        <a:lstStyle/>
        <a:p>
          <a:endParaRPr lang="en-US"/>
        </a:p>
      </dgm:t>
    </dgm:pt>
    <dgm:pt modelId="{A3ABD92A-E2D5-4D69-85E0-87E6BF136D30}" type="sibTrans" cxnId="{3F46A50E-08AF-4539-BCAE-D4EB57C2D0EE}">
      <dgm:prSet/>
      <dgm:spPr/>
      <dgm:t>
        <a:bodyPr/>
        <a:lstStyle/>
        <a:p>
          <a:endParaRPr lang="en-US"/>
        </a:p>
      </dgm:t>
    </dgm:pt>
    <dgm:pt modelId="{C498EDF6-7842-45BD-85FF-1CE28BBEF668}">
      <dgm:prSet/>
      <dgm:spPr/>
      <dgm:t>
        <a:bodyPr/>
        <a:lstStyle/>
        <a:p>
          <a:r>
            <a:rPr lang="en-US" dirty="0"/>
            <a:t>LLD → Low-Level Design</a:t>
          </a:r>
        </a:p>
      </dgm:t>
    </dgm:pt>
    <dgm:pt modelId="{4CAFF2A8-0944-4429-A33E-E4CB0AE7D2FE}" type="parTrans" cxnId="{685EA414-41DD-4E31-9901-5C3967297E40}">
      <dgm:prSet/>
      <dgm:spPr/>
      <dgm:t>
        <a:bodyPr/>
        <a:lstStyle/>
        <a:p>
          <a:endParaRPr lang="en-US"/>
        </a:p>
      </dgm:t>
    </dgm:pt>
    <dgm:pt modelId="{30644ABC-151F-4DD7-8939-69998960046F}" type="sibTrans" cxnId="{685EA414-41DD-4E31-9901-5C3967297E40}">
      <dgm:prSet/>
      <dgm:spPr/>
      <dgm:t>
        <a:bodyPr/>
        <a:lstStyle/>
        <a:p>
          <a:endParaRPr lang="en-US"/>
        </a:p>
      </dgm:t>
    </dgm:pt>
    <dgm:pt modelId="{E7CC05F6-228B-4918-9A50-892A653057BA}" type="pres">
      <dgm:prSet presAssocID="{03B98C6A-6C64-44EB-920F-3E81F8F04B55}" presName="linear" presStyleCnt="0">
        <dgm:presLayoutVars>
          <dgm:animLvl val="lvl"/>
          <dgm:resizeHandles val="exact"/>
        </dgm:presLayoutVars>
      </dgm:prSet>
      <dgm:spPr/>
    </dgm:pt>
    <dgm:pt modelId="{ACC2C811-CEE4-4C17-A4A3-4E00C9190FBF}" type="pres">
      <dgm:prSet presAssocID="{38B38BD0-EC22-416D-B2FC-6AE9D1785F4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96608D7-FC8B-468E-9D9E-ACAAE83B68AB}" type="pres">
      <dgm:prSet presAssocID="{0A1E77CC-D6A5-4FAE-AAE9-DE683EC51603}" presName="spacer" presStyleCnt="0"/>
      <dgm:spPr/>
    </dgm:pt>
    <dgm:pt modelId="{A07F8DCC-4C53-49F1-923C-3E32D975709B}" type="pres">
      <dgm:prSet presAssocID="{79A84F49-E925-41F3-A9A5-A692BFBF393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8E5FF68-97CF-4FB0-B1C4-3AF195AA9295}" type="pres">
      <dgm:prSet presAssocID="{A3ABD92A-E2D5-4D69-85E0-87E6BF136D30}" presName="spacer" presStyleCnt="0"/>
      <dgm:spPr/>
    </dgm:pt>
    <dgm:pt modelId="{48980D6F-C0E2-4A3F-978C-1CE5185B8BC4}" type="pres">
      <dgm:prSet presAssocID="{C498EDF6-7842-45BD-85FF-1CE28BBEF66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F46A50E-08AF-4539-BCAE-D4EB57C2D0EE}" srcId="{03B98C6A-6C64-44EB-920F-3E81F8F04B55}" destId="{79A84F49-E925-41F3-A9A5-A692BFBF393E}" srcOrd="1" destOrd="0" parTransId="{A494425D-9759-49F1-87F4-A290BD3AC2C0}" sibTransId="{A3ABD92A-E2D5-4D69-85E0-87E6BF136D30}"/>
    <dgm:cxn modelId="{685EA414-41DD-4E31-9901-5C3967297E40}" srcId="{03B98C6A-6C64-44EB-920F-3E81F8F04B55}" destId="{C498EDF6-7842-45BD-85FF-1CE28BBEF668}" srcOrd="2" destOrd="0" parTransId="{4CAFF2A8-0944-4429-A33E-E4CB0AE7D2FE}" sibTransId="{30644ABC-151F-4DD7-8939-69998960046F}"/>
    <dgm:cxn modelId="{1C654F19-4C53-4BF4-B9F9-387BDD1784CA}" type="presOf" srcId="{03B98C6A-6C64-44EB-920F-3E81F8F04B55}" destId="{E7CC05F6-228B-4918-9A50-892A653057BA}" srcOrd="0" destOrd="0" presId="urn:microsoft.com/office/officeart/2005/8/layout/vList2"/>
    <dgm:cxn modelId="{9C712D3A-F005-4996-84F3-785A55D371BE}" type="presOf" srcId="{79A84F49-E925-41F3-A9A5-A692BFBF393E}" destId="{A07F8DCC-4C53-49F1-923C-3E32D975709B}" srcOrd="0" destOrd="0" presId="urn:microsoft.com/office/officeart/2005/8/layout/vList2"/>
    <dgm:cxn modelId="{7E56056F-B65F-4A98-84D0-E22AB5014F83}" srcId="{03B98C6A-6C64-44EB-920F-3E81F8F04B55}" destId="{38B38BD0-EC22-416D-B2FC-6AE9D1785F40}" srcOrd="0" destOrd="0" parTransId="{9F46352F-3CEE-4019-883F-ABFA3518F370}" sibTransId="{0A1E77CC-D6A5-4FAE-AAE9-DE683EC51603}"/>
    <dgm:cxn modelId="{5AFFAF84-4DF3-4E8F-B24F-BBA743AA12C4}" type="presOf" srcId="{38B38BD0-EC22-416D-B2FC-6AE9D1785F40}" destId="{ACC2C811-CEE4-4C17-A4A3-4E00C9190FBF}" srcOrd="0" destOrd="0" presId="urn:microsoft.com/office/officeart/2005/8/layout/vList2"/>
    <dgm:cxn modelId="{1C0AD2A0-4EDE-4E9B-A099-DA99A0AE163C}" type="presOf" srcId="{C498EDF6-7842-45BD-85FF-1CE28BBEF668}" destId="{48980D6F-C0E2-4A3F-978C-1CE5185B8BC4}" srcOrd="0" destOrd="0" presId="urn:microsoft.com/office/officeart/2005/8/layout/vList2"/>
    <dgm:cxn modelId="{EC38E80D-DF70-4BCA-89AB-B06BCAF9A1BD}" type="presParOf" srcId="{E7CC05F6-228B-4918-9A50-892A653057BA}" destId="{ACC2C811-CEE4-4C17-A4A3-4E00C9190FBF}" srcOrd="0" destOrd="0" presId="urn:microsoft.com/office/officeart/2005/8/layout/vList2"/>
    <dgm:cxn modelId="{5D199C70-8244-4217-988A-94B4F88F27D0}" type="presParOf" srcId="{E7CC05F6-228B-4918-9A50-892A653057BA}" destId="{696608D7-FC8B-468E-9D9E-ACAAE83B68AB}" srcOrd="1" destOrd="0" presId="urn:microsoft.com/office/officeart/2005/8/layout/vList2"/>
    <dgm:cxn modelId="{26C3DD63-C6D2-4D0C-A7CC-0AE07444A834}" type="presParOf" srcId="{E7CC05F6-228B-4918-9A50-892A653057BA}" destId="{A07F8DCC-4C53-49F1-923C-3E32D975709B}" srcOrd="2" destOrd="0" presId="urn:microsoft.com/office/officeart/2005/8/layout/vList2"/>
    <dgm:cxn modelId="{322B86D6-F5E6-4010-B3AC-F11E8F634794}" type="presParOf" srcId="{E7CC05F6-228B-4918-9A50-892A653057BA}" destId="{E8E5FF68-97CF-4FB0-B1C4-3AF195AA9295}" srcOrd="3" destOrd="0" presId="urn:microsoft.com/office/officeart/2005/8/layout/vList2"/>
    <dgm:cxn modelId="{7D250601-5267-49F3-8244-0939E3308385}" type="presParOf" srcId="{E7CC05F6-228B-4918-9A50-892A653057BA}" destId="{48980D6F-C0E2-4A3F-978C-1CE5185B8BC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2FC4FF-28E9-444B-A38C-0F43A3F076B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C5AA7A-6B33-4C61-AB92-C4B4F306B481}">
      <dgm:prSet/>
      <dgm:spPr/>
      <dgm:t>
        <a:bodyPr/>
        <a:lstStyle/>
        <a:p>
          <a:r>
            <a:rPr lang="en-GB"/>
            <a:t>High level diagram</a:t>
          </a:r>
          <a:endParaRPr lang="en-US"/>
        </a:p>
      </dgm:t>
    </dgm:pt>
    <dgm:pt modelId="{CBD2E1E2-DF6D-4598-88FB-A3BE0FA28057}" type="parTrans" cxnId="{FF6C4FC3-F3CE-42B2-AAE4-577F3BBEC194}">
      <dgm:prSet/>
      <dgm:spPr/>
      <dgm:t>
        <a:bodyPr/>
        <a:lstStyle/>
        <a:p>
          <a:endParaRPr lang="en-US"/>
        </a:p>
      </dgm:t>
    </dgm:pt>
    <dgm:pt modelId="{824884DD-8D62-4C6C-96B5-A074DE60FE6C}" type="sibTrans" cxnId="{FF6C4FC3-F3CE-42B2-AAE4-577F3BBEC194}">
      <dgm:prSet/>
      <dgm:spPr/>
      <dgm:t>
        <a:bodyPr/>
        <a:lstStyle/>
        <a:p>
          <a:endParaRPr lang="en-US"/>
        </a:p>
      </dgm:t>
    </dgm:pt>
    <dgm:pt modelId="{18247C55-A037-4622-956C-4B4B12D0FDFC}">
      <dgm:prSet/>
      <dgm:spPr/>
      <dgm:t>
        <a:bodyPr/>
        <a:lstStyle/>
        <a:p>
          <a:r>
            <a:rPr lang="en-GB"/>
            <a:t>Low level diagram</a:t>
          </a:r>
          <a:endParaRPr lang="en-US"/>
        </a:p>
      </dgm:t>
    </dgm:pt>
    <dgm:pt modelId="{60EF8DED-A81B-47A0-8B23-758CD64B1696}" type="parTrans" cxnId="{1429BAAB-2AED-44CF-B4D0-EE23A00FFB0F}">
      <dgm:prSet/>
      <dgm:spPr/>
      <dgm:t>
        <a:bodyPr/>
        <a:lstStyle/>
        <a:p>
          <a:endParaRPr lang="en-US"/>
        </a:p>
      </dgm:t>
    </dgm:pt>
    <dgm:pt modelId="{6BD3D4C5-9EEE-44A9-8DA6-41D19CADD814}" type="sibTrans" cxnId="{1429BAAB-2AED-44CF-B4D0-EE23A00FFB0F}">
      <dgm:prSet/>
      <dgm:spPr/>
      <dgm:t>
        <a:bodyPr/>
        <a:lstStyle/>
        <a:p>
          <a:endParaRPr lang="en-US"/>
        </a:p>
      </dgm:t>
    </dgm:pt>
    <dgm:pt modelId="{419E4A67-BD45-4BDD-9005-0E4E5FF43C25}">
      <dgm:prSet/>
      <dgm:spPr/>
      <dgm:t>
        <a:bodyPr/>
        <a:lstStyle/>
        <a:p>
          <a:r>
            <a:rPr lang="en-GB"/>
            <a:t>Network diagram</a:t>
          </a:r>
          <a:endParaRPr lang="en-US"/>
        </a:p>
      </dgm:t>
    </dgm:pt>
    <dgm:pt modelId="{238FFB04-6C4A-47CF-837A-BC4A15EFC063}" type="parTrans" cxnId="{5118DACB-7D37-460E-9FCD-F9EB9DEBA8F8}">
      <dgm:prSet/>
      <dgm:spPr/>
      <dgm:t>
        <a:bodyPr/>
        <a:lstStyle/>
        <a:p>
          <a:endParaRPr lang="en-US"/>
        </a:p>
      </dgm:t>
    </dgm:pt>
    <dgm:pt modelId="{E0C8DF96-8A1A-457B-B0FE-00CEA7D0F5C2}" type="sibTrans" cxnId="{5118DACB-7D37-460E-9FCD-F9EB9DEBA8F8}">
      <dgm:prSet/>
      <dgm:spPr/>
      <dgm:t>
        <a:bodyPr/>
        <a:lstStyle/>
        <a:p>
          <a:endParaRPr lang="en-US"/>
        </a:p>
      </dgm:t>
    </dgm:pt>
    <dgm:pt modelId="{F88C4E91-A945-4A9A-9011-D02648C3B21C}">
      <dgm:prSet/>
      <dgm:spPr/>
      <dgm:t>
        <a:bodyPr/>
        <a:lstStyle/>
        <a:p>
          <a:r>
            <a:rPr lang="en-GB" dirty="0"/>
            <a:t>Data flow diagram</a:t>
          </a:r>
          <a:endParaRPr lang="en-US" dirty="0"/>
        </a:p>
      </dgm:t>
    </dgm:pt>
    <dgm:pt modelId="{85891EAF-9199-4066-B2BD-86E9C5D337A5}" type="parTrans" cxnId="{29750C35-F8CE-4204-A146-EAC292CD124A}">
      <dgm:prSet/>
      <dgm:spPr/>
      <dgm:t>
        <a:bodyPr/>
        <a:lstStyle/>
        <a:p>
          <a:endParaRPr lang="en-US"/>
        </a:p>
      </dgm:t>
    </dgm:pt>
    <dgm:pt modelId="{48DFB031-84AE-4CCC-A461-73536718323F}" type="sibTrans" cxnId="{29750C35-F8CE-4204-A146-EAC292CD124A}">
      <dgm:prSet/>
      <dgm:spPr/>
      <dgm:t>
        <a:bodyPr/>
        <a:lstStyle/>
        <a:p>
          <a:endParaRPr lang="en-US"/>
        </a:p>
      </dgm:t>
    </dgm:pt>
    <dgm:pt modelId="{C53DDD75-0843-473C-BA8A-B0C64BD775B2}">
      <dgm:prSet/>
      <dgm:spPr/>
      <dgm:t>
        <a:bodyPr/>
        <a:lstStyle/>
        <a:p>
          <a:r>
            <a:rPr lang="en-GB" dirty="0"/>
            <a:t>Data diagram</a:t>
          </a:r>
          <a:endParaRPr lang="en-US" dirty="0"/>
        </a:p>
      </dgm:t>
    </dgm:pt>
    <dgm:pt modelId="{EA07221E-E333-4D1E-8590-45C77CE35E0B}" type="parTrans" cxnId="{F425A337-8DB0-4443-82DB-38F084A1A536}">
      <dgm:prSet/>
      <dgm:spPr/>
      <dgm:t>
        <a:bodyPr/>
        <a:lstStyle/>
        <a:p>
          <a:endParaRPr lang="en-US"/>
        </a:p>
      </dgm:t>
    </dgm:pt>
    <dgm:pt modelId="{75319029-9C90-4BD4-ADD7-49C4454EB239}" type="sibTrans" cxnId="{F425A337-8DB0-4443-82DB-38F084A1A536}">
      <dgm:prSet/>
      <dgm:spPr/>
      <dgm:t>
        <a:bodyPr/>
        <a:lstStyle/>
        <a:p>
          <a:endParaRPr lang="en-US"/>
        </a:p>
      </dgm:t>
    </dgm:pt>
    <dgm:pt modelId="{ADAD7D74-DDC9-4741-A9AF-0993B51C5D50}">
      <dgm:prSet/>
      <dgm:spPr/>
      <dgm:t>
        <a:bodyPr/>
        <a:lstStyle/>
        <a:p>
          <a:r>
            <a:rPr lang="en-GB" dirty="0"/>
            <a:t>Use case diagram</a:t>
          </a:r>
          <a:endParaRPr lang="en-US" dirty="0"/>
        </a:p>
      </dgm:t>
    </dgm:pt>
    <dgm:pt modelId="{CFAAD04A-3496-46A4-A666-49359A968FE7}" type="parTrans" cxnId="{13D2AFFB-62AA-4552-A74B-856A31F8165B}">
      <dgm:prSet/>
      <dgm:spPr/>
      <dgm:t>
        <a:bodyPr/>
        <a:lstStyle/>
        <a:p>
          <a:endParaRPr lang="en-US"/>
        </a:p>
      </dgm:t>
    </dgm:pt>
    <dgm:pt modelId="{16A97EFF-B5AE-439C-B7E9-64C7F3F31CDF}" type="sibTrans" cxnId="{13D2AFFB-62AA-4552-A74B-856A31F8165B}">
      <dgm:prSet/>
      <dgm:spPr/>
      <dgm:t>
        <a:bodyPr/>
        <a:lstStyle/>
        <a:p>
          <a:endParaRPr lang="en-US"/>
        </a:p>
      </dgm:t>
    </dgm:pt>
    <dgm:pt modelId="{930D7E09-D92D-4EFC-BA81-046A36AE5116}" type="pres">
      <dgm:prSet presAssocID="{1B2FC4FF-28E9-444B-A38C-0F43A3F076B6}" presName="linear" presStyleCnt="0">
        <dgm:presLayoutVars>
          <dgm:animLvl val="lvl"/>
          <dgm:resizeHandles val="exact"/>
        </dgm:presLayoutVars>
      </dgm:prSet>
      <dgm:spPr/>
    </dgm:pt>
    <dgm:pt modelId="{93772E16-1A1D-4D36-AC48-0325BF9D79C7}" type="pres">
      <dgm:prSet presAssocID="{A7C5AA7A-6B33-4C61-AB92-C4B4F306B48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E0284B6-0D7C-4C9D-B52C-B173A404BD3F}" type="pres">
      <dgm:prSet presAssocID="{824884DD-8D62-4C6C-96B5-A074DE60FE6C}" presName="spacer" presStyleCnt="0"/>
      <dgm:spPr/>
    </dgm:pt>
    <dgm:pt modelId="{368BB438-26DB-427D-81D6-EB599D789732}" type="pres">
      <dgm:prSet presAssocID="{18247C55-A037-4622-956C-4B4B12D0FDF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67F256B-2974-4031-9919-82B5EAE04512}" type="pres">
      <dgm:prSet presAssocID="{6BD3D4C5-9EEE-44A9-8DA6-41D19CADD814}" presName="spacer" presStyleCnt="0"/>
      <dgm:spPr/>
    </dgm:pt>
    <dgm:pt modelId="{060413D4-0469-438A-9601-C812EAE63155}" type="pres">
      <dgm:prSet presAssocID="{419E4A67-BD45-4BDD-9005-0E4E5FF43C2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79D1842-285E-4D95-A57D-8B95AFFE18A2}" type="pres">
      <dgm:prSet presAssocID="{E0C8DF96-8A1A-457B-B0FE-00CEA7D0F5C2}" presName="spacer" presStyleCnt="0"/>
      <dgm:spPr/>
    </dgm:pt>
    <dgm:pt modelId="{B421F13C-2FAA-4045-BC07-BF8BADAA5250}" type="pres">
      <dgm:prSet presAssocID="{C53DDD75-0843-473C-BA8A-B0C64BD775B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6077BD2-0782-43FB-A4AF-9B15047E7F61}" type="pres">
      <dgm:prSet presAssocID="{75319029-9C90-4BD4-ADD7-49C4454EB239}" presName="spacer" presStyleCnt="0"/>
      <dgm:spPr/>
    </dgm:pt>
    <dgm:pt modelId="{623B89E7-8C00-4AC4-8F6D-4F35E2881CDB}" type="pres">
      <dgm:prSet presAssocID="{F88C4E91-A945-4A9A-9011-D02648C3B21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2B5CBC8-7074-40E7-BF0F-9FFD7903C2E2}" type="pres">
      <dgm:prSet presAssocID="{48DFB031-84AE-4CCC-A461-73536718323F}" presName="spacer" presStyleCnt="0"/>
      <dgm:spPr/>
    </dgm:pt>
    <dgm:pt modelId="{319A79A1-3C06-4B48-A229-96C11860C1A8}" type="pres">
      <dgm:prSet presAssocID="{ADAD7D74-DDC9-4741-A9AF-0993B51C5D5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E60E401-F20E-4308-9667-D9BCB0C9279B}" type="presOf" srcId="{A7C5AA7A-6B33-4C61-AB92-C4B4F306B481}" destId="{93772E16-1A1D-4D36-AC48-0325BF9D79C7}" srcOrd="0" destOrd="0" presId="urn:microsoft.com/office/officeart/2005/8/layout/vList2"/>
    <dgm:cxn modelId="{8E3A4514-1A94-4DBE-8707-C98A6FF83073}" type="presOf" srcId="{ADAD7D74-DDC9-4741-A9AF-0993B51C5D50}" destId="{319A79A1-3C06-4B48-A229-96C11860C1A8}" srcOrd="0" destOrd="0" presId="urn:microsoft.com/office/officeart/2005/8/layout/vList2"/>
    <dgm:cxn modelId="{C314C92F-1D0B-4DFF-9CD3-4C06CF8285EA}" type="presOf" srcId="{18247C55-A037-4622-956C-4B4B12D0FDFC}" destId="{368BB438-26DB-427D-81D6-EB599D789732}" srcOrd="0" destOrd="0" presId="urn:microsoft.com/office/officeart/2005/8/layout/vList2"/>
    <dgm:cxn modelId="{29750C35-F8CE-4204-A146-EAC292CD124A}" srcId="{1B2FC4FF-28E9-444B-A38C-0F43A3F076B6}" destId="{F88C4E91-A945-4A9A-9011-D02648C3B21C}" srcOrd="4" destOrd="0" parTransId="{85891EAF-9199-4066-B2BD-86E9C5D337A5}" sibTransId="{48DFB031-84AE-4CCC-A461-73536718323F}"/>
    <dgm:cxn modelId="{F425A337-8DB0-4443-82DB-38F084A1A536}" srcId="{1B2FC4FF-28E9-444B-A38C-0F43A3F076B6}" destId="{C53DDD75-0843-473C-BA8A-B0C64BD775B2}" srcOrd="3" destOrd="0" parTransId="{EA07221E-E333-4D1E-8590-45C77CE35E0B}" sibTransId="{75319029-9C90-4BD4-ADD7-49C4454EB239}"/>
    <dgm:cxn modelId="{E225DC98-9A77-4E47-859B-6FE260EA42DC}" type="presOf" srcId="{1B2FC4FF-28E9-444B-A38C-0F43A3F076B6}" destId="{930D7E09-D92D-4EFC-BA81-046A36AE5116}" srcOrd="0" destOrd="0" presId="urn:microsoft.com/office/officeart/2005/8/layout/vList2"/>
    <dgm:cxn modelId="{A8F245A3-ED20-43E2-8222-0C93824C9DD2}" type="presOf" srcId="{F88C4E91-A945-4A9A-9011-D02648C3B21C}" destId="{623B89E7-8C00-4AC4-8F6D-4F35E2881CDB}" srcOrd="0" destOrd="0" presId="urn:microsoft.com/office/officeart/2005/8/layout/vList2"/>
    <dgm:cxn modelId="{1429BAAB-2AED-44CF-B4D0-EE23A00FFB0F}" srcId="{1B2FC4FF-28E9-444B-A38C-0F43A3F076B6}" destId="{18247C55-A037-4622-956C-4B4B12D0FDFC}" srcOrd="1" destOrd="0" parTransId="{60EF8DED-A81B-47A0-8B23-758CD64B1696}" sibTransId="{6BD3D4C5-9EEE-44A9-8DA6-41D19CADD814}"/>
    <dgm:cxn modelId="{B01D0EB1-289A-47C1-89DA-77D8982ADD55}" type="presOf" srcId="{C53DDD75-0843-473C-BA8A-B0C64BD775B2}" destId="{B421F13C-2FAA-4045-BC07-BF8BADAA5250}" srcOrd="0" destOrd="0" presId="urn:microsoft.com/office/officeart/2005/8/layout/vList2"/>
    <dgm:cxn modelId="{FF6C4FC3-F3CE-42B2-AAE4-577F3BBEC194}" srcId="{1B2FC4FF-28E9-444B-A38C-0F43A3F076B6}" destId="{A7C5AA7A-6B33-4C61-AB92-C4B4F306B481}" srcOrd="0" destOrd="0" parTransId="{CBD2E1E2-DF6D-4598-88FB-A3BE0FA28057}" sibTransId="{824884DD-8D62-4C6C-96B5-A074DE60FE6C}"/>
    <dgm:cxn modelId="{5118DACB-7D37-460E-9FCD-F9EB9DEBA8F8}" srcId="{1B2FC4FF-28E9-444B-A38C-0F43A3F076B6}" destId="{419E4A67-BD45-4BDD-9005-0E4E5FF43C25}" srcOrd="2" destOrd="0" parTransId="{238FFB04-6C4A-47CF-837A-BC4A15EFC063}" sibTransId="{E0C8DF96-8A1A-457B-B0FE-00CEA7D0F5C2}"/>
    <dgm:cxn modelId="{1937F5F3-9DE4-4293-82B1-BFB4144E471A}" type="presOf" srcId="{419E4A67-BD45-4BDD-9005-0E4E5FF43C25}" destId="{060413D4-0469-438A-9601-C812EAE63155}" srcOrd="0" destOrd="0" presId="urn:microsoft.com/office/officeart/2005/8/layout/vList2"/>
    <dgm:cxn modelId="{13D2AFFB-62AA-4552-A74B-856A31F8165B}" srcId="{1B2FC4FF-28E9-444B-A38C-0F43A3F076B6}" destId="{ADAD7D74-DDC9-4741-A9AF-0993B51C5D50}" srcOrd="5" destOrd="0" parTransId="{CFAAD04A-3496-46A4-A666-49359A968FE7}" sibTransId="{16A97EFF-B5AE-439C-B7E9-64C7F3F31CDF}"/>
    <dgm:cxn modelId="{43AE66FF-A57D-473C-BFFD-AF947C2D7942}" type="presParOf" srcId="{930D7E09-D92D-4EFC-BA81-046A36AE5116}" destId="{93772E16-1A1D-4D36-AC48-0325BF9D79C7}" srcOrd="0" destOrd="0" presId="urn:microsoft.com/office/officeart/2005/8/layout/vList2"/>
    <dgm:cxn modelId="{CAB0D20D-02B5-44C1-815C-2C4DDDF88DF9}" type="presParOf" srcId="{930D7E09-D92D-4EFC-BA81-046A36AE5116}" destId="{0E0284B6-0D7C-4C9D-B52C-B173A404BD3F}" srcOrd="1" destOrd="0" presId="urn:microsoft.com/office/officeart/2005/8/layout/vList2"/>
    <dgm:cxn modelId="{F60BDAD9-E319-4222-AAD8-85782BBF5374}" type="presParOf" srcId="{930D7E09-D92D-4EFC-BA81-046A36AE5116}" destId="{368BB438-26DB-427D-81D6-EB599D789732}" srcOrd="2" destOrd="0" presId="urn:microsoft.com/office/officeart/2005/8/layout/vList2"/>
    <dgm:cxn modelId="{24C1A217-985A-43E9-A7C6-F2BB597B34D8}" type="presParOf" srcId="{930D7E09-D92D-4EFC-BA81-046A36AE5116}" destId="{567F256B-2974-4031-9919-82B5EAE04512}" srcOrd="3" destOrd="0" presId="urn:microsoft.com/office/officeart/2005/8/layout/vList2"/>
    <dgm:cxn modelId="{8AAFB1B9-2C15-4FB0-AA68-95E9BE70BBC1}" type="presParOf" srcId="{930D7E09-D92D-4EFC-BA81-046A36AE5116}" destId="{060413D4-0469-438A-9601-C812EAE63155}" srcOrd="4" destOrd="0" presId="urn:microsoft.com/office/officeart/2005/8/layout/vList2"/>
    <dgm:cxn modelId="{E383183B-9F9B-4673-8D7D-BD283AC87B16}" type="presParOf" srcId="{930D7E09-D92D-4EFC-BA81-046A36AE5116}" destId="{F79D1842-285E-4D95-A57D-8B95AFFE18A2}" srcOrd="5" destOrd="0" presId="urn:microsoft.com/office/officeart/2005/8/layout/vList2"/>
    <dgm:cxn modelId="{4E4DA2F4-92BC-4CA6-845E-CE18FB8C0AD3}" type="presParOf" srcId="{930D7E09-D92D-4EFC-BA81-046A36AE5116}" destId="{B421F13C-2FAA-4045-BC07-BF8BADAA5250}" srcOrd="6" destOrd="0" presId="urn:microsoft.com/office/officeart/2005/8/layout/vList2"/>
    <dgm:cxn modelId="{2C7004E6-1EC7-4C22-95F1-5F44050C4473}" type="presParOf" srcId="{930D7E09-D92D-4EFC-BA81-046A36AE5116}" destId="{96077BD2-0782-43FB-A4AF-9B15047E7F61}" srcOrd="7" destOrd="0" presId="urn:microsoft.com/office/officeart/2005/8/layout/vList2"/>
    <dgm:cxn modelId="{C27CEE64-66FA-44B6-A67B-D6EBEEA5EC4C}" type="presParOf" srcId="{930D7E09-D92D-4EFC-BA81-046A36AE5116}" destId="{623B89E7-8C00-4AC4-8F6D-4F35E2881CDB}" srcOrd="8" destOrd="0" presId="urn:microsoft.com/office/officeart/2005/8/layout/vList2"/>
    <dgm:cxn modelId="{42D50251-7C53-474C-A7DD-F399F537270E}" type="presParOf" srcId="{930D7E09-D92D-4EFC-BA81-046A36AE5116}" destId="{52B5CBC8-7074-40E7-BF0F-9FFD7903C2E2}" srcOrd="9" destOrd="0" presId="urn:microsoft.com/office/officeart/2005/8/layout/vList2"/>
    <dgm:cxn modelId="{6F0D91E8-3E1C-4E7D-9D42-BE68D62BAE2E}" type="presParOf" srcId="{930D7E09-D92D-4EFC-BA81-046A36AE5116}" destId="{319A79A1-3C06-4B48-A229-96C11860C1A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C58833-6E82-491D-B832-A9BC8AD1D8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3580F58-00D4-4A20-9690-F1044F4099A0}">
      <dgm:prSet/>
      <dgm:spPr/>
      <dgm:t>
        <a:bodyPr/>
        <a:lstStyle/>
        <a:p>
          <a:r>
            <a:rPr lang="en-US"/>
            <a:t>HLD Focus: Modules, Zones, Policies</a:t>
          </a:r>
        </a:p>
      </dgm:t>
    </dgm:pt>
    <dgm:pt modelId="{5EFE9CEC-CE2C-42C1-A208-D5BFB2AF3241}" type="parTrans" cxnId="{7ACBFAF6-FEA2-4DEB-A9EA-A3AA5E80EA06}">
      <dgm:prSet/>
      <dgm:spPr/>
      <dgm:t>
        <a:bodyPr/>
        <a:lstStyle/>
        <a:p>
          <a:endParaRPr lang="en-US"/>
        </a:p>
      </dgm:t>
    </dgm:pt>
    <dgm:pt modelId="{1541336E-D88B-4EDC-9E6E-B2F0D953BDC2}" type="sibTrans" cxnId="{7ACBFAF6-FEA2-4DEB-A9EA-A3AA5E80EA06}">
      <dgm:prSet/>
      <dgm:spPr/>
      <dgm:t>
        <a:bodyPr/>
        <a:lstStyle/>
        <a:p>
          <a:endParaRPr lang="en-US"/>
        </a:p>
      </dgm:t>
    </dgm:pt>
    <dgm:pt modelId="{DFFA7E18-9C50-492C-B572-8AA0F8789879}">
      <dgm:prSet/>
      <dgm:spPr/>
      <dgm:t>
        <a:bodyPr/>
        <a:lstStyle/>
        <a:p>
          <a:r>
            <a:rPr lang="en-US"/>
            <a:t>LLD Focus: APIs, Subnets, Firewall rules</a:t>
          </a:r>
        </a:p>
      </dgm:t>
    </dgm:pt>
    <dgm:pt modelId="{4B29AECA-90A9-42EC-86CA-6D2CCAE886CB}" type="parTrans" cxnId="{FDDCB3FF-5AF3-4349-8B7D-48CDDC01B81C}">
      <dgm:prSet/>
      <dgm:spPr/>
      <dgm:t>
        <a:bodyPr/>
        <a:lstStyle/>
        <a:p>
          <a:endParaRPr lang="en-US"/>
        </a:p>
      </dgm:t>
    </dgm:pt>
    <dgm:pt modelId="{5EA2A3C0-9583-4804-A047-E4D45EF5E768}" type="sibTrans" cxnId="{FDDCB3FF-5AF3-4349-8B7D-48CDDC01B81C}">
      <dgm:prSet/>
      <dgm:spPr/>
      <dgm:t>
        <a:bodyPr/>
        <a:lstStyle/>
        <a:p>
          <a:endParaRPr lang="en-US"/>
        </a:p>
      </dgm:t>
    </dgm:pt>
    <dgm:pt modelId="{9C5401ED-F214-4B60-8AA3-707B088233C6}" type="pres">
      <dgm:prSet presAssocID="{EAC58833-6E82-491D-B832-A9BC8AD1D820}" presName="root" presStyleCnt="0">
        <dgm:presLayoutVars>
          <dgm:dir/>
          <dgm:resizeHandles val="exact"/>
        </dgm:presLayoutVars>
      </dgm:prSet>
      <dgm:spPr/>
    </dgm:pt>
    <dgm:pt modelId="{406F0CD2-8387-47AB-8D92-0A371583068C}" type="pres">
      <dgm:prSet presAssocID="{63580F58-00D4-4A20-9690-F1044F4099A0}" presName="compNode" presStyleCnt="0"/>
      <dgm:spPr/>
    </dgm:pt>
    <dgm:pt modelId="{9A7E1072-9739-4D8B-AA5E-C8B447232D54}" type="pres">
      <dgm:prSet presAssocID="{63580F58-00D4-4A20-9690-F1044F4099A0}" presName="bgRect" presStyleLbl="bgShp" presStyleIdx="0" presStyleCnt="2"/>
      <dgm:spPr/>
    </dgm:pt>
    <dgm:pt modelId="{F429C50A-667C-4F39-A652-E9B6AC8FEB19}" type="pres">
      <dgm:prSet presAssocID="{63580F58-00D4-4A20-9690-F1044F4099A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6442525E-04B2-4F96-BFC7-D8103124F045}" type="pres">
      <dgm:prSet presAssocID="{63580F58-00D4-4A20-9690-F1044F4099A0}" presName="spaceRect" presStyleCnt="0"/>
      <dgm:spPr/>
    </dgm:pt>
    <dgm:pt modelId="{3F67046B-9BDB-48E5-97BB-CACD1BBBAC65}" type="pres">
      <dgm:prSet presAssocID="{63580F58-00D4-4A20-9690-F1044F4099A0}" presName="parTx" presStyleLbl="revTx" presStyleIdx="0" presStyleCnt="2">
        <dgm:presLayoutVars>
          <dgm:chMax val="0"/>
          <dgm:chPref val="0"/>
        </dgm:presLayoutVars>
      </dgm:prSet>
      <dgm:spPr/>
    </dgm:pt>
    <dgm:pt modelId="{69C39B54-0CA6-434C-8D72-E887FB5A9C6C}" type="pres">
      <dgm:prSet presAssocID="{1541336E-D88B-4EDC-9E6E-B2F0D953BDC2}" presName="sibTrans" presStyleCnt="0"/>
      <dgm:spPr/>
    </dgm:pt>
    <dgm:pt modelId="{6A6CACC6-7BD2-4588-85CE-BD14DA642AA1}" type="pres">
      <dgm:prSet presAssocID="{DFFA7E18-9C50-492C-B572-8AA0F8789879}" presName="compNode" presStyleCnt="0"/>
      <dgm:spPr/>
    </dgm:pt>
    <dgm:pt modelId="{BFDE880D-1D9D-4BD9-A8F6-B9502E1CF5B4}" type="pres">
      <dgm:prSet presAssocID="{DFFA7E18-9C50-492C-B572-8AA0F8789879}" presName="bgRect" presStyleLbl="bgShp" presStyleIdx="1" presStyleCnt="2"/>
      <dgm:spPr/>
    </dgm:pt>
    <dgm:pt modelId="{06449E87-A78D-48D0-94B2-EBDFC20FD1AF}" type="pres">
      <dgm:prSet presAssocID="{DFFA7E18-9C50-492C-B572-8AA0F878987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C04AB2D-401E-4379-BF00-FEECBE925737}" type="pres">
      <dgm:prSet presAssocID="{DFFA7E18-9C50-492C-B572-8AA0F8789879}" presName="spaceRect" presStyleCnt="0"/>
      <dgm:spPr/>
    </dgm:pt>
    <dgm:pt modelId="{16F169AA-22BE-45A5-8747-C6072D54E008}" type="pres">
      <dgm:prSet presAssocID="{DFFA7E18-9C50-492C-B572-8AA0F878987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6F1BE66-25F6-4D4D-9B31-717C01858FBE}" type="presOf" srcId="{DFFA7E18-9C50-492C-B572-8AA0F8789879}" destId="{16F169AA-22BE-45A5-8747-C6072D54E008}" srcOrd="0" destOrd="0" presId="urn:microsoft.com/office/officeart/2018/2/layout/IconVerticalSolidList"/>
    <dgm:cxn modelId="{958E7F4C-180D-4156-9757-806D6A8B76FC}" type="presOf" srcId="{EAC58833-6E82-491D-B832-A9BC8AD1D820}" destId="{9C5401ED-F214-4B60-8AA3-707B088233C6}" srcOrd="0" destOrd="0" presId="urn:microsoft.com/office/officeart/2018/2/layout/IconVerticalSolidList"/>
    <dgm:cxn modelId="{387825EC-49CF-40E9-BA93-C8676E8E2A1E}" type="presOf" srcId="{63580F58-00D4-4A20-9690-F1044F4099A0}" destId="{3F67046B-9BDB-48E5-97BB-CACD1BBBAC65}" srcOrd="0" destOrd="0" presId="urn:microsoft.com/office/officeart/2018/2/layout/IconVerticalSolidList"/>
    <dgm:cxn modelId="{7ACBFAF6-FEA2-4DEB-A9EA-A3AA5E80EA06}" srcId="{EAC58833-6E82-491D-B832-A9BC8AD1D820}" destId="{63580F58-00D4-4A20-9690-F1044F4099A0}" srcOrd="0" destOrd="0" parTransId="{5EFE9CEC-CE2C-42C1-A208-D5BFB2AF3241}" sibTransId="{1541336E-D88B-4EDC-9E6E-B2F0D953BDC2}"/>
    <dgm:cxn modelId="{FDDCB3FF-5AF3-4349-8B7D-48CDDC01B81C}" srcId="{EAC58833-6E82-491D-B832-A9BC8AD1D820}" destId="{DFFA7E18-9C50-492C-B572-8AA0F8789879}" srcOrd="1" destOrd="0" parTransId="{4B29AECA-90A9-42EC-86CA-6D2CCAE886CB}" sibTransId="{5EA2A3C0-9583-4804-A047-E4D45EF5E768}"/>
    <dgm:cxn modelId="{E001EB88-194E-4CFE-94CC-AE2F3C524F2E}" type="presParOf" srcId="{9C5401ED-F214-4B60-8AA3-707B088233C6}" destId="{406F0CD2-8387-47AB-8D92-0A371583068C}" srcOrd="0" destOrd="0" presId="urn:microsoft.com/office/officeart/2018/2/layout/IconVerticalSolidList"/>
    <dgm:cxn modelId="{8883AF35-64A8-4C01-B548-9A6179C4F4A2}" type="presParOf" srcId="{406F0CD2-8387-47AB-8D92-0A371583068C}" destId="{9A7E1072-9739-4D8B-AA5E-C8B447232D54}" srcOrd="0" destOrd="0" presId="urn:microsoft.com/office/officeart/2018/2/layout/IconVerticalSolidList"/>
    <dgm:cxn modelId="{FDB591F2-7A0D-4B89-B7B2-0B539B84E0F2}" type="presParOf" srcId="{406F0CD2-8387-47AB-8D92-0A371583068C}" destId="{F429C50A-667C-4F39-A652-E9B6AC8FEB19}" srcOrd="1" destOrd="0" presId="urn:microsoft.com/office/officeart/2018/2/layout/IconVerticalSolidList"/>
    <dgm:cxn modelId="{3D4E78C8-3854-4BDB-86CC-ED743A72A134}" type="presParOf" srcId="{406F0CD2-8387-47AB-8D92-0A371583068C}" destId="{6442525E-04B2-4F96-BFC7-D8103124F045}" srcOrd="2" destOrd="0" presId="urn:microsoft.com/office/officeart/2018/2/layout/IconVerticalSolidList"/>
    <dgm:cxn modelId="{5E3900BB-3BC3-4652-97F3-C02438DB104C}" type="presParOf" srcId="{406F0CD2-8387-47AB-8D92-0A371583068C}" destId="{3F67046B-9BDB-48E5-97BB-CACD1BBBAC65}" srcOrd="3" destOrd="0" presId="urn:microsoft.com/office/officeart/2018/2/layout/IconVerticalSolidList"/>
    <dgm:cxn modelId="{B1A35DD2-4A4E-4E16-BBF8-1C9925CD74E8}" type="presParOf" srcId="{9C5401ED-F214-4B60-8AA3-707B088233C6}" destId="{69C39B54-0CA6-434C-8D72-E887FB5A9C6C}" srcOrd="1" destOrd="0" presId="urn:microsoft.com/office/officeart/2018/2/layout/IconVerticalSolidList"/>
    <dgm:cxn modelId="{D34BFE94-BB9D-4F9F-8C9D-D50A90758894}" type="presParOf" srcId="{9C5401ED-F214-4B60-8AA3-707B088233C6}" destId="{6A6CACC6-7BD2-4588-85CE-BD14DA642AA1}" srcOrd="2" destOrd="0" presId="urn:microsoft.com/office/officeart/2018/2/layout/IconVerticalSolidList"/>
    <dgm:cxn modelId="{FFB6C3D5-9623-4A90-B1B4-8D5FE4F50797}" type="presParOf" srcId="{6A6CACC6-7BD2-4588-85CE-BD14DA642AA1}" destId="{BFDE880D-1D9D-4BD9-A8F6-B9502E1CF5B4}" srcOrd="0" destOrd="0" presId="urn:microsoft.com/office/officeart/2018/2/layout/IconVerticalSolidList"/>
    <dgm:cxn modelId="{757C9686-9F02-461B-A4D2-597D11814E38}" type="presParOf" srcId="{6A6CACC6-7BD2-4588-85CE-BD14DA642AA1}" destId="{06449E87-A78D-48D0-94B2-EBDFC20FD1AF}" srcOrd="1" destOrd="0" presId="urn:microsoft.com/office/officeart/2018/2/layout/IconVerticalSolidList"/>
    <dgm:cxn modelId="{A3624126-7D1C-440D-BA1A-DCB8070D163B}" type="presParOf" srcId="{6A6CACC6-7BD2-4588-85CE-BD14DA642AA1}" destId="{4C04AB2D-401E-4379-BF00-FEECBE925737}" srcOrd="2" destOrd="0" presId="urn:microsoft.com/office/officeart/2018/2/layout/IconVerticalSolidList"/>
    <dgm:cxn modelId="{F5337FE7-FFB7-431B-8A42-84A13C29F91B}" type="presParOf" srcId="{6A6CACC6-7BD2-4588-85CE-BD14DA642AA1}" destId="{16F169AA-22BE-45A5-8747-C6072D54E0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510B138-D426-437D-887E-A22E9F8E3F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523A333-FFA1-4ABE-8BEB-07471436BAF1}">
      <dgm:prSet/>
      <dgm:spPr/>
      <dgm:t>
        <a:bodyPr/>
        <a:lstStyle/>
        <a:p>
          <a:r>
            <a:rPr lang="en-US"/>
            <a:t>Architecture = Translating requirements into structured design</a:t>
          </a:r>
        </a:p>
      </dgm:t>
    </dgm:pt>
    <dgm:pt modelId="{198F3FF8-D5DA-4399-95D3-24B53118C15B}" type="parTrans" cxnId="{37D6E3CC-0C1C-48FC-A06F-16A788D7028C}">
      <dgm:prSet/>
      <dgm:spPr/>
      <dgm:t>
        <a:bodyPr/>
        <a:lstStyle/>
        <a:p>
          <a:endParaRPr lang="en-US"/>
        </a:p>
      </dgm:t>
    </dgm:pt>
    <dgm:pt modelId="{28A4EFFE-0E10-4205-A33F-2EC0D0CBD2B9}" type="sibTrans" cxnId="{37D6E3CC-0C1C-48FC-A06F-16A788D7028C}">
      <dgm:prSet/>
      <dgm:spPr/>
      <dgm:t>
        <a:bodyPr/>
        <a:lstStyle/>
        <a:p>
          <a:endParaRPr lang="en-US"/>
        </a:p>
      </dgm:t>
    </dgm:pt>
    <dgm:pt modelId="{38D009A1-BE21-4E7C-ACF5-6736133E4BA7}">
      <dgm:prSet/>
      <dgm:spPr/>
      <dgm:t>
        <a:bodyPr/>
        <a:lstStyle/>
        <a:p>
          <a:r>
            <a:rPr lang="en-US"/>
            <a:t>Use right patterns &amp; templates</a:t>
          </a:r>
        </a:p>
      </dgm:t>
    </dgm:pt>
    <dgm:pt modelId="{ADBF04A7-7B5C-491B-B9BB-E6E9ED4B9E07}" type="parTrans" cxnId="{7A264FD5-8B5A-4BCC-AF5C-69E2A7488CF1}">
      <dgm:prSet/>
      <dgm:spPr/>
      <dgm:t>
        <a:bodyPr/>
        <a:lstStyle/>
        <a:p>
          <a:endParaRPr lang="en-US"/>
        </a:p>
      </dgm:t>
    </dgm:pt>
    <dgm:pt modelId="{56C037C4-AE45-4766-9917-0FB77859FA9C}" type="sibTrans" cxnId="{7A264FD5-8B5A-4BCC-AF5C-69E2A7488CF1}">
      <dgm:prSet/>
      <dgm:spPr/>
      <dgm:t>
        <a:bodyPr/>
        <a:lstStyle/>
        <a:p>
          <a:endParaRPr lang="en-US"/>
        </a:p>
      </dgm:t>
    </dgm:pt>
    <dgm:pt modelId="{E786ECFE-6DE3-4BB1-B032-D9A59C45F0B7}">
      <dgm:prSet/>
      <dgm:spPr/>
      <dgm:t>
        <a:bodyPr/>
        <a:lstStyle/>
        <a:p>
          <a:r>
            <a:rPr lang="en-US"/>
            <a:t>Always document with clarity</a:t>
          </a:r>
        </a:p>
      </dgm:t>
    </dgm:pt>
    <dgm:pt modelId="{D750AA23-0C47-4395-A443-A01D2284DF53}" type="parTrans" cxnId="{99525B54-2B74-43BB-90FB-8124DD4E0824}">
      <dgm:prSet/>
      <dgm:spPr/>
      <dgm:t>
        <a:bodyPr/>
        <a:lstStyle/>
        <a:p>
          <a:endParaRPr lang="en-US"/>
        </a:p>
      </dgm:t>
    </dgm:pt>
    <dgm:pt modelId="{C1C645E9-926A-4F3F-A586-B2D846941EA2}" type="sibTrans" cxnId="{99525B54-2B74-43BB-90FB-8124DD4E0824}">
      <dgm:prSet/>
      <dgm:spPr/>
      <dgm:t>
        <a:bodyPr/>
        <a:lstStyle/>
        <a:p>
          <a:endParaRPr lang="en-US"/>
        </a:p>
      </dgm:t>
    </dgm:pt>
    <dgm:pt modelId="{17CFD5E4-242F-4D57-9DDF-4A0C026DF1D4}" type="pres">
      <dgm:prSet presAssocID="{4510B138-D426-437D-887E-A22E9F8E3F1C}" presName="root" presStyleCnt="0">
        <dgm:presLayoutVars>
          <dgm:dir/>
          <dgm:resizeHandles val="exact"/>
        </dgm:presLayoutVars>
      </dgm:prSet>
      <dgm:spPr/>
    </dgm:pt>
    <dgm:pt modelId="{EDF0D044-59F1-4318-B2D6-CBBCA7DC1EC2}" type="pres">
      <dgm:prSet presAssocID="{B523A333-FFA1-4ABE-8BEB-07471436BAF1}" presName="compNode" presStyleCnt="0"/>
      <dgm:spPr/>
    </dgm:pt>
    <dgm:pt modelId="{8139E1EA-5A7D-41C8-B3D6-BD40A3F088DD}" type="pres">
      <dgm:prSet presAssocID="{B523A333-FFA1-4ABE-8BEB-07471436BAF1}" presName="bgRect" presStyleLbl="bgShp" presStyleIdx="0" presStyleCnt="3"/>
      <dgm:spPr/>
    </dgm:pt>
    <dgm:pt modelId="{C95D228E-1919-4283-8A03-8F07BCFACEC7}" type="pres">
      <dgm:prSet presAssocID="{B523A333-FFA1-4ABE-8BEB-07471436BA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6EF9BBE-62FA-4FCB-A70A-EE253AF34E49}" type="pres">
      <dgm:prSet presAssocID="{B523A333-FFA1-4ABE-8BEB-07471436BAF1}" presName="spaceRect" presStyleCnt="0"/>
      <dgm:spPr/>
    </dgm:pt>
    <dgm:pt modelId="{FC0D7B0F-D4FB-4093-9C82-EDF12B63BB4D}" type="pres">
      <dgm:prSet presAssocID="{B523A333-FFA1-4ABE-8BEB-07471436BAF1}" presName="parTx" presStyleLbl="revTx" presStyleIdx="0" presStyleCnt="3">
        <dgm:presLayoutVars>
          <dgm:chMax val="0"/>
          <dgm:chPref val="0"/>
        </dgm:presLayoutVars>
      </dgm:prSet>
      <dgm:spPr/>
    </dgm:pt>
    <dgm:pt modelId="{C424AF9B-931A-4479-A752-D251B9F82F12}" type="pres">
      <dgm:prSet presAssocID="{28A4EFFE-0E10-4205-A33F-2EC0D0CBD2B9}" presName="sibTrans" presStyleCnt="0"/>
      <dgm:spPr/>
    </dgm:pt>
    <dgm:pt modelId="{7EF61C82-18DA-46A9-9749-848B800F5510}" type="pres">
      <dgm:prSet presAssocID="{38D009A1-BE21-4E7C-ACF5-6736133E4BA7}" presName="compNode" presStyleCnt="0"/>
      <dgm:spPr/>
    </dgm:pt>
    <dgm:pt modelId="{EFC716C5-56E3-41BF-948D-16A04602F73B}" type="pres">
      <dgm:prSet presAssocID="{38D009A1-BE21-4E7C-ACF5-6736133E4BA7}" presName="bgRect" presStyleLbl="bgShp" presStyleIdx="1" presStyleCnt="3"/>
      <dgm:spPr/>
    </dgm:pt>
    <dgm:pt modelId="{6973E4BD-48B3-40C0-AC9A-81C5187C9CEC}" type="pres">
      <dgm:prSet presAssocID="{38D009A1-BE21-4E7C-ACF5-6736133E4B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6602BC9-33F8-41DB-BE20-AAA57FCA2FE1}" type="pres">
      <dgm:prSet presAssocID="{38D009A1-BE21-4E7C-ACF5-6736133E4BA7}" presName="spaceRect" presStyleCnt="0"/>
      <dgm:spPr/>
    </dgm:pt>
    <dgm:pt modelId="{B445634F-A9FE-43B9-9636-AC90D32726B0}" type="pres">
      <dgm:prSet presAssocID="{38D009A1-BE21-4E7C-ACF5-6736133E4BA7}" presName="parTx" presStyleLbl="revTx" presStyleIdx="1" presStyleCnt="3">
        <dgm:presLayoutVars>
          <dgm:chMax val="0"/>
          <dgm:chPref val="0"/>
        </dgm:presLayoutVars>
      </dgm:prSet>
      <dgm:spPr/>
    </dgm:pt>
    <dgm:pt modelId="{DCB5937E-75DD-41AC-A7E8-DA4137B0B9AC}" type="pres">
      <dgm:prSet presAssocID="{56C037C4-AE45-4766-9917-0FB77859FA9C}" presName="sibTrans" presStyleCnt="0"/>
      <dgm:spPr/>
    </dgm:pt>
    <dgm:pt modelId="{AB27CD0C-7580-45A9-B462-7694B8CADAA2}" type="pres">
      <dgm:prSet presAssocID="{E786ECFE-6DE3-4BB1-B032-D9A59C45F0B7}" presName="compNode" presStyleCnt="0"/>
      <dgm:spPr/>
    </dgm:pt>
    <dgm:pt modelId="{7D552B79-65E5-4360-8C7A-9EA139C0FB23}" type="pres">
      <dgm:prSet presAssocID="{E786ECFE-6DE3-4BB1-B032-D9A59C45F0B7}" presName="bgRect" presStyleLbl="bgShp" presStyleIdx="2" presStyleCnt="3"/>
      <dgm:spPr/>
    </dgm:pt>
    <dgm:pt modelId="{FB545615-5FF2-4ACD-844C-A23637A17062}" type="pres">
      <dgm:prSet presAssocID="{E786ECFE-6DE3-4BB1-B032-D9A59C45F0B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CE7AFAC-DD13-4F03-A202-BE5A5FCCE8E4}" type="pres">
      <dgm:prSet presAssocID="{E786ECFE-6DE3-4BB1-B032-D9A59C45F0B7}" presName="spaceRect" presStyleCnt="0"/>
      <dgm:spPr/>
    </dgm:pt>
    <dgm:pt modelId="{B1947CEB-7B1D-491C-80D9-E875AD330FD7}" type="pres">
      <dgm:prSet presAssocID="{E786ECFE-6DE3-4BB1-B032-D9A59C45F0B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B2DF832-4CB4-4DB9-877D-438A536B110E}" type="presOf" srcId="{4510B138-D426-437D-887E-A22E9F8E3F1C}" destId="{17CFD5E4-242F-4D57-9DDF-4A0C026DF1D4}" srcOrd="0" destOrd="0" presId="urn:microsoft.com/office/officeart/2018/2/layout/IconVerticalSolidList"/>
    <dgm:cxn modelId="{C340DC73-A405-49E0-9CB6-42F28C95F2B3}" type="presOf" srcId="{E786ECFE-6DE3-4BB1-B032-D9A59C45F0B7}" destId="{B1947CEB-7B1D-491C-80D9-E875AD330FD7}" srcOrd="0" destOrd="0" presId="urn:microsoft.com/office/officeart/2018/2/layout/IconVerticalSolidList"/>
    <dgm:cxn modelId="{99525B54-2B74-43BB-90FB-8124DD4E0824}" srcId="{4510B138-D426-437D-887E-A22E9F8E3F1C}" destId="{E786ECFE-6DE3-4BB1-B032-D9A59C45F0B7}" srcOrd="2" destOrd="0" parTransId="{D750AA23-0C47-4395-A443-A01D2284DF53}" sibTransId="{C1C645E9-926A-4F3F-A586-B2D846941EA2}"/>
    <dgm:cxn modelId="{047A3A93-5917-40C7-A34D-9CD86948D027}" type="presOf" srcId="{B523A333-FFA1-4ABE-8BEB-07471436BAF1}" destId="{FC0D7B0F-D4FB-4093-9C82-EDF12B63BB4D}" srcOrd="0" destOrd="0" presId="urn:microsoft.com/office/officeart/2018/2/layout/IconVerticalSolidList"/>
    <dgm:cxn modelId="{37D6E3CC-0C1C-48FC-A06F-16A788D7028C}" srcId="{4510B138-D426-437D-887E-A22E9F8E3F1C}" destId="{B523A333-FFA1-4ABE-8BEB-07471436BAF1}" srcOrd="0" destOrd="0" parTransId="{198F3FF8-D5DA-4399-95D3-24B53118C15B}" sibTransId="{28A4EFFE-0E10-4205-A33F-2EC0D0CBD2B9}"/>
    <dgm:cxn modelId="{7A264FD5-8B5A-4BCC-AF5C-69E2A7488CF1}" srcId="{4510B138-D426-437D-887E-A22E9F8E3F1C}" destId="{38D009A1-BE21-4E7C-ACF5-6736133E4BA7}" srcOrd="1" destOrd="0" parTransId="{ADBF04A7-7B5C-491B-B9BB-E6E9ED4B9E07}" sibTransId="{56C037C4-AE45-4766-9917-0FB77859FA9C}"/>
    <dgm:cxn modelId="{D718BADE-3451-4CE0-A3A8-5ED8ED8BBD6B}" type="presOf" srcId="{38D009A1-BE21-4E7C-ACF5-6736133E4BA7}" destId="{B445634F-A9FE-43B9-9636-AC90D32726B0}" srcOrd="0" destOrd="0" presId="urn:microsoft.com/office/officeart/2018/2/layout/IconVerticalSolidList"/>
    <dgm:cxn modelId="{89568017-1617-4FDF-B8B1-DEC82373F3EF}" type="presParOf" srcId="{17CFD5E4-242F-4D57-9DDF-4A0C026DF1D4}" destId="{EDF0D044-59F1-4318-B2D6-CBBCA7DC1EC2}" srcOrd="0" destOrd="0" presId="urn:microsoft.com/office/officeart/2018/2/layout/IconVerticalSolidList"/>
    <dgm:cxn modelId="{4977FC82-1B13-460D-9F5E-6F905E5CC3A0}" type="presParOf" srcId="{EDF0D044-59F1-4318-B2D6-CBBCA7DC1EC2}" destId="{8139E1EA-5A7D-41C8-B3D6-BD40A3F088DD}" srcOrd="0" destOrd="0" presId="urn:microsoft.com/office/officeart/2018/2/layout/IconVerticalSolidList"/>
    <dgm:cxn modelId="{93FF226A-26B7-4C89-B7E0-2B8146966B0E}" type="presParOf" srcId="{EDF0D044-59F1-4318-B2D6-CBBCA7DC1EC2}" destId="{C95D228E-1919-4283-8A03-8F07BCFACEC7}" srcOrd="1" destOrd="0" presId="urn:microsoft.com/office/officeart/2018/2/layout/IconVerticalSolidList"/>
    <dgm:cxn modelId="{EF470AAA-7462-4FF0-8BAA-9EDFF16031FF}" type="presParOf" srcId="{EDF0D044-59F1-4318-B2D6-CBBCA7DC1EC2}" destId="{B6EF9BBE-62FA-4FCB-A70A-EE253AF34E49}" srcOrd="2" destOrd="0" presId="urn:microsoft.com/office/officeart/2018/2/layout/IconVerticalSolidList"/>
    <dgm:cxn modelId="{3FB9880F-7865-4A35-AF5E-17B69D0BD43B}" type="presParOf" srcId="{EDF0D044-59F1-4318-B2D6-CBBCA7DC1EC2}" destId="{FC0D7B0F-D4FB-4093-9C82-EDF12B63BB4D}" srcOrd="3" destOrd="0" presId="urn:microsoft.com/office/officeart/2018/2/layout/IconVerticalSolidList"/>
    <dgm:cxn modelId="{9B229E63-52A9-4951-8FF3-FD906FE4F4E1}" type="presParOf" srcId="{17CFD5E4-242F-4D57-9DDF-4A0C026DF1D4}" destId="{C424AF9B-931A-4479-A752-D251B9F82F12}" srcOrd="1" destOrd="0" presId="urn:microsoft.com/office/officeart/2018/2/layout/IconVerticalSolidList"/>
    <dgm:cxn modelId="{7A13093A-3F7E-4D55-90A3-75E54E26669B}" type="presParOf" srcId="{17CFD5E4-242F-4D57-9DDF-4A0C026DF1D4}" destId="{7EF61C82-18DA-46A9-9749-848B800F5510}" srcOrd="2" destOrd="0" presId="urn:microsoft.com/office/officeart/2018/2/layout/IconVerticalSolidList"/>
    <dgm:cxn modelId="{D6D2FBA4-0C06-4086-BA69-D49D625FEB01}" type="presParOf" srcId="{7EF61C82-18DA-46A9-9749-848B800F5510}" destId="{EFC716C5-56E3-41BF-948D-16A04602F73B}" srcOrd="0" destOrd="0" presId="urn:microsoft.com/office/officeart/2018/2/layout/IconVerticalSolidList"/>
    <dgm:cxn modelId="{C874C2F9-A6E9-4482-8E76-E1804133587F}" type="presParOf" srcId="{7EF61C82-18DA-46A9-9749-848B800F5510}" destId="{6973E4BD-48B3-40C0-AC9A-81C5187C9CEC}" srcOrd="1" destOrd="0" presId="urn:microsoft.com/office/officeart/2018/2/layout/IconVerticalSolidList"/>
    <dgm:cxn modelId="{89DD7E96-A9DE-49A8-A126-F978F50BF947}" type="presParOf" srcId="{7EF61C82-18DA-46A9-9749-848B800F5510}" destId="{A6602BC9-33F8-41DB-BE20-AAA57FCA2FE1}" srcOrd="2" destOrd="0" presId="urn:microsoft.com/office/officeart/2018/2/layout/IconVerticalSolidList"/>
    <dgm:cxn modelId="{533C8C5F-6354-441F-9030-83E9C9BCA734}" type="presParOf" srcId="{7EF61C82-18DA-46A9-9749-848B800F5510}" destId="{B445634F-A9FE-43B9-9636-AC90D32726B0}" srcOrd="3" destOrd="0" presId="urn:microsoft.com/office/officeart/2018/2/layout/IconVerticalSolidList"/>
    <dgm:cxn modelId="{F40B32EC-00FF-46F0-BC05-20EA4722EFFE}" type="presParOf" srcId="{17CFD5E4-242F-4D57-9DDF-4A0C026DF1D4}" destId="{DCB5937E-75DD-41AC-A7E8-DA4137B0B9AC}" srcOrd="3" destOrd="0" presId="urn:microsoft.com/office/officeart/2018/2/layout/IconVerticalSolidList"/>
    <dgm:cxn modelId="{4B139A8A-6254-4C44-84A1-57F7BED9B1C8}" type="presParOf" srcId="{17CFD5E4-242F-4D57-9DDF-4A0C026DF1D4}" destId="{AB27CD0C-7580-45A9-B462-7694B8CADAA2}" srcOrd="4" destOrd="0" presId="urn:microsoft.com/office/officeart/2018/2/layout/IconVerticalSolidList"/>
    <dgm:cxn modelId="{EE695353-3186-4AF4-8AB2-4549C6FBD885}" type="presParOf" srcId="{AB27CD0C-7580-45A9-B462-7694B8CADAA2}" destId="{7D552B79-65E5-4360-8C7A-9EA139C0FB23}" srcOrd="0" destOrd="0" presId="urn:microsoft.com/office/officeart/2018/2/layout/IconVerticalSolidList"/>
    <dgm:cxn modelId="{A663E025-B202-418E-8B8E-8BF489EBDDF0}" type="presParOf" srcId="{AB27CD0C-7580-45A9-B462-7694B8CADAA2}" destId="{FB545615-5FF2-4ACD-844C-A23637A17062}" srcOrd="1" destOrd="0" presId="urn:microsoft.com/office/officeart/2018/2/layout/IconVerticalSolidList"/>
    <dgm:cxn modelId="{7B0BB828-3E74-467E-9E19-758430D67CE5}" type="presParOf" srcId="{AB27CD0C-7580-45A9-B462-7694B8CADAA2}" destId="{7CE7AFAC-DD13-4F03-A202-BE5A5FCCE8E4}" srcOrd="2" destOrd="0" presId="urn:microsoft.com/office/officeart/2018/2/layout/IconVerticalSolidList"/>
    <dgm:cxn modelId="{F76A479B-7D9A-4D2B-8DFA-F636AD9E1DB1}" type="presParOf" srcId="{AB27CD0C-7580-45A9-B462-7694B8CADAA2}" destId="{B1947CEB-7B1D-491C-80D9-E875AD330F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5FB2D-147F-487B-9801-5E497D65E1AC}">
      <dsp:nvSpPr>
        <dsp:cNvPr id="0" name=""/>
        <dsp:cNvSpPr/>
      </dsp:nvSpPr>
      <dsp:spPr>
        <a:xfrm>
          <a:off x="497043" y="728832"/>
          <a:ext cx="1509750" cy="1509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63FE8-CCEB-45D7-A61B-1F535A53270F}">
      <dsp:nvSpPr>
        <dsp:cNvPr id="0" name=""/>
        <dsp:cNvSpPr/>
      </dsp:nvSpPr>
      <dsp:spPr>
        <a:xfrm>
          <a:off x="818793" y="1050582"/>
          <a:ext cx="866250" cy="8662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B46F9-46A8-4CC4-BD68-D15A7FA88716}">
      <dsp:nvSpPr>
        <dsp:cNvPr id="0" name=""/>
        <dsp:cNvSpPr/>
      </dsp:nvSpPr>
      <dsp:spPr>
        <a:xfrm>
          <a:off x="14418" y="2708832"/>
          <a:ext cx="24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Architecture Patterns (Application &amp; Network)</a:t>
          </a:r>
        </a:p>
      </dsp:txBody>
      <dsp:txXfrm>
        <a:off x="14418" y="2708832"/>
        <a:ext cx="2475000" cy="720000"/>
      </dsp:txXfrm>
    </dsp:sp>
    <dsp:sp modelId="{032C62A4-9A47-4CB8-A151-FFE8B8EFB6EC}">
      <dsp:nvSpPr>
        <dsp:cNvPr id="0" name=""/>
        <dsp:cNvSpPr/>
      </dsp:nvSpPr>
      <dsp:spPr>
        <a:xfrm>
          <a:off x="3405168" y="728832"/>
          <a:ext cx="1509750" cy="1509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5A99D7-3FC8-494E-86D1-53CF0ED17E82}">
      <dsp:nvSpPr>
        <dsp:cNvPr id="0" name=""/>
        <dsp:cNvSpPr/>
      </dsp:nvSpPr>
      <dsp:spPr>
        <a:xfrm>
          <a:off x="3726918" y="1050582"/>
          <a:ext cx="866250" cy="8662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DCB8A6-FFF0-46D3-BB0E-AEEAB918C6CB}">
      <dsp:nvSpPr>
        <dsp:cNvPr id="0" name=""/>
        <dsp:cNvSpPr/>
      </dsp:nvSpPr>
      <dsp:spPr>
        <a:xfrm>
          <a:off x="2922543" y="2708832"/>
          <a:ext cx="24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Architecture Diagrams Types</a:t>
          </a:r>
        </a:p>
      </dsp:txBody>
      <dsp:txXfrm>
        <a:off x="2922543" y="2708832"/>
        <a:ext cx="2475000" cy="720000"/>
      </dsp:txXfrm>
    </dsp:sp>
    <dsp:sp modelId="{CCFF7117-131D-43FF-943E-075612A079EB}">
      <dsp:nvSpPr>
        <dsp:cNvPr id="0" name=""/>
        <dsp:cNvSpPr/>
      </dsp:nvSpPr>
      <dsp:spPr>
        <a:xfrm>
          <a:off x="6313293" y="728832"/>
          <a:ext cx="1509750" cy="1509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6916BD-739D-4674-BEFC-3DC1EA06C0E7}">
      <dsp:nvSpPr>
        <dsp:cNvPr id="0" name=""/>
        <dsp:cNvSpPr/>
      </dsp:nvSpPr>
      <dsp:spPr>
        <a:xfrm>
          <a:off x="6635043" y="1050582"/>
          <a:ext cx="866250" cy="8662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E0E4C-D2DC-4985-812E-D3B2B9BFB6D2}">
      <dsp:nvSpPr>
        <dsp:cNvPr id="0" name=""/>
        <dsp:cNvSpPr/>
      </dsp:nvSpPr>
      <dsp:spPr>
        <a:xfrm>
          <a:off x="5830668" y="2708832"/>
          <a:ext cx="24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Templates (BRD, HLD, LLD)</a:t>
          </a:r>
        </a:p>
      </dsp:txBody>
      <dsp:txXfrm>
        <a:off x="5830668" y="2708832"/>
        <a:ext cx="2475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73E943-D3D2-404E-9E90-B1B106FF2AC6}">
      <dsp:nvSpPr>
        <dsp:cNvPr id="0" name=""/>
        <dsp:cNvSpPr/>
      </dsp:nvSpPr>
      <dsp:spPr>
        <a:xfrm>
          <a:off x="962" y="1411239"/>
          <a:ext cx="2252792" cy="112639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Monolithic</a:t>
          </a:r>
        </a:p>
      </dsp:txBody>
      <dsp:txXfrm>
        <a:off x="33953" y="1444230"/>
        <a:ext cx="2186810" cy="1060414"/>
      </dsp:txXfrm>
    </dsp:sp>
    <dsp:sp modelId="{DBE655A1-86ED-4DBA-87C1-512ED9AD677A}">
      <dsp:nvSpPr>
        <dsp:cNvPr id="0" name=""/>
        <dsp:cNvSpPr/>
      </dsp:nvSpPr>
      <dsp:spPr>
        <a:xfrm>
          <a:off x="2816953" y="1411239"/>
          <a:ext cx="2252792" cy="1126396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SOA (Service-Oriented Architecture)</a:t>
          </a:r>
        </a:p>
      </dsp:txBody>
      <dsp:txXfrm>
        <a:off x="2849944" y="1444230"/>
        <a:ext cx="2186810" cy="1060414"/>
      </dsp:txXfrm>
    </dsp:sp>
    <dsp:sp modelId="{AD92E212-7B6E-4FBB-93FF-B4F3F7FA371B}">
      <dsp:nvSpPr>
        <dsp:cNvPr id="0" name=""/>
        <dsp:cNvSpPr/>
      </dsp:nvSpPr>
      <dsp:spPr>
        <a:xfrm>
          <a:off x="5632944" y="1411239"/>
          <a:ext cx="2252792" cy="1126396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Microservices</a:t>
          </a:r>
        </a:p>
      </dsp:txBody>
      <dsp:txXfrm>
        <a:off x="5665935" y="1444230"/>
        <a:ext cx="2186810" cy="10604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88931B-88C7-4B5F-B8AE-FF1CC2BC3069}">
      <dsp:nvSpPr>
        <dsp:cNvPr id="0" name=""/>
        <dsp:cNvSpPr/>
      </dsp:nvSpPr>
      <dsp:spPr>
        <a:xfrm>
          <a:off x="0" y="310440"/>
          <a:ext cx="5175384" cy="11272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N-Tier Architecture</a:t>
          </a:r>
        </a:p>
      </dsp:txBody>
      <dsp:txXfrm>
        <a:off x="55030" y="365470"/>
        <a:ext cx="5065324" cy="1017235"/>
      </dsp:txXfrm>
    </dsp:sp>
    <dsp:sp modelId="{6F136701-5A93-4823-A7D9-20118348E8CF}">
      <dsp:nvSpPr>
        <dsp:cNvPr id="0" name=""/>
        <dsp:cNvSpPr/>
      </dsp:nvSpPr>
      <dsp:spPr>
        <a:xfrm>
          <a:off x="0" y="1573095"/>
          <a:ext cx="5175384" cy="112729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700" kern="1200"/>
            <a:t>Flat / Single-Tier</a:t>
          </a:r>
          <a:endParaRPr lang="en-US" sz="4700" kern="1200"/>
        </a:p>
      </dsp:txBody>
      <dsp:txXfrm>
        <a:off x="55030" y="1628125"/>
        <a:ext cx="5065324" cy="1017235"/>
      </dsp:txXfrm>
    </dsp:sp>
    <dsp:sp modelId="{9EAF7C07-CCF2-48AF-88C1-D898D73408FB}">
      <dsp:nvSpPr>
        <dsp:cNvPr id="0" name=""/>
        <dsp:cNvSpPr/>
      </dsp:nvSpPr>
      <dsp:spPr>
        <a:xfrm>
          <a:off x="0" y="2835750"/>
          <a:ext cx="5175384" cy="112729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700" kern="1200"/>
            <a:t>Hub-and-Spoke</a:t>
          </a:r>
          <a:endParaRPr lang="en-US" sz="4700" kern="1200"/>
        </a:p>
      </dsp:txBody>
      <dsp:txXfrm>
        <a:off x="55030" y="2890780"/>
        <a:ext cx="5065324" cy="1017235"/>
      </dsp:txXfrm>
    </dsp:sp>
    <dsp:sp modelId="{02BE28FA-B5A7-4008-AE41-B53A86FA4F29}">
      <dsp:nvSpPr>
        <dsp:cNvPr id="0" name=""/>
        <dsp:cNvSpPr/>
      </dsp:nvSpPr>
      <dsp:spPr>
        <a:xfrm>
          <a:off x="0" y="4098405"/>
          <a:ext cx="5175384" cy="112729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Hybrid</a:t>
          </a:r>
        </a:p>
      </dsp:txBody>
      <dsp:txXfrm>
        <a:off x="55030" y="4153435"/>
        <a:ext cx="5065324" cy="10172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2C811-CEE4-4C17-A4A3-4E00C9190FBF}">
      <dsp:nvSpPr>
        <dsp:cNvPr id="0" name=""/>
        <dsp:cNvSpPr/>
      </dsp:nvSpPr>
      <dsp:spPr>
        <a:xfrm>
          <a:off x="0" y="5377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BRD → Business Requirements Document</a:t>
          </a:r>
        </a:p>
      </dsp:txBody>
      <dsp:txXfrm>
        <a:off x="67966" y="605676"/>
        <a:ext cx="4864192" cy="1256367"/>
      </dsp:txXfrm>
    </dsp:sp>
    <dsp:sp modelId="{A07F8DCC-4C53-49F1-923C-3E32D975709B}">
      <dsp:nvSpPr>
        <dsp:cNvPr id="0" name=""/>
        <dsp:cNvSpPr/>
      </dsp:nvSpPr>
      <dsp:spPr>
        <a:xfrm>
          <a:off x="0" y="20308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HLD → High-Level Design</a:t>
          </a:r>
        </a:p>
      </dsp:txBody>
      <dsp:txXfrm>
        <a:off x="67966" y="2098776"/>
        <a:ext cx="4864192" cy="1256367"/>
      </dsp:txXfrm>
    </dsp:sp>
    <dsp:sp modelId="{48980D6F-C0E2-4A3F-978C-1CE5185B8BC4}">
      <dsp:nvSpPr>
        <dsp:cNvPr id="0" name=""/>
        <dsp:cNvSpPr/>
      </dsp:nvSpPr>
      <dsp:spPr>
        <a:xfrm>
          <a:off x="0" y="3523910"/>
          <a:ext cx="5000124" cy="139229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LLD → Low-Level Design</a:t>
          </a:r>
        </a:p>
      </dsp:txBody>
      <dsp:txXfrm>
        <a:off x="67966" y="3591876"/>
        <a:ext cx="4864192" cy="12563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772E16-1A1D-4D36-AC48-0325BF9D79C7}">
      <dsp:nvSpPr>
        <dsp:cNvPr id="0" name=""/>
        <dsp:cNvSpPr/>
      </dsp:nvSpPr>
      <dsp:spPr>
        <a:xfrm>
          <a:off x="0" y="76800"/>
          <a:ext cx="5175384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High level diagram</a:t>
          </a:r>
          <a:endParaRPr lang="en-US" sz="3400" kern="1200"/>
        </a:p>
      </dsp:txBody>
      <dsp:txXfrm>
        <a:off x="39809" y="116609"/>
        <a:ext cx="5095766" cy="735872"/>
      </dsp:txXfrm>
    </dsp:sp>
    <dsp:sp modelId="{368BB438-26DB-427D-81D6-EB599D789732}">
      <dsp:nvSpPr>
        <dsp:cNvPr id="0" name=""/>
        <dsp:cNvSpPr/>
      </dsp:nvSpPr>
      <dsp:spPr>
        <a:xfrm>
          <a:off x="0" y="990210"/>
          <a:ext cx="5175384" cy="815490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Low level diagram</a:t>
          </a:r>
          <a:endParaRPr lang="en-US" sz="3400" kern="1200"/>
        </a:p>
      </dsp:txBody>
      <dsp:txXfrm>
        <a:off x="39809" y="1030019"/>
        <a:ext cx="5095766" cy="735872"/>
      </dsp:txXfrm>
    </dsp:sp>
    <dsp:sp modelId="{060413D4-0469-438A-9601-C812EAE63155}">
      <dsp:nvSpPr>
        <dsp:cNvPr id="0" name=""/>
        <dsp:cNvSpPr/>
      </dsp:nvSpPr>
      <dsp:spPr>
        <a:xfrm>
          <a:off x="0" y="1903620"/>
          <a:ext cx="5175384" cy="815490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Network diagram</a:t>
          </a:r>
          <a:endParaRPr lang="en-US" sz="3400" kern="1200"/>
        </a:p>
      </dsp:txBody>
      <dsp:txXfrm>
        <a:off x="39809" y="1943429"/>
        <a:ext cx="5095766" cy="735872"/>
      </dsp:txXfrm>
    </dsp:sp>
    <dsp:sp modelId="{B421F13C-2FAA-4045-BC07-BF8BADAA5250}">
      <dsp:nvSpPr>
        <dsp:cNvPr id="0" name=""/>
        <dsp:cNvSpPr/>
      </dsp:nvSpPr>
      <dsp:spPr>
        <a:xfrm>
          <a:off x="0" y="2817030"/>
          <a:ext cx="5175384" cy="815490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Data diagram</a:t>
          </a:r>
          <a:endParaRPr lang="en-US" sz="3400" kern="1200" dirty="0"/>
        </a:p>
      </dsp:txBody>
      <dsp:txXfrm>
        <a:off x="39809" y="2856839"/>
        <a:ext cx="5095766" cy="735872"/>
      </dsp:txXfrm>
    </dsp:sp>
    <dsp:sp modelId="{623B89E7-8C00-4AC4-8F6D-4F35E2881CDB}">
      <dsp:nvSpPr>
        <dsp:cNvPr id="0" name=""/>
        <dsp:cNvSpPr/>
      </dsp:nvSpPr>
      <dsp:spPr>
        <a:xfrm>
          <a:off x="0" y="3730440"/>
          <a:ext cx="5175384" cy="815490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Data flow diagram</a:t>
          </a:r>
          <a:endParaRPr lang="en-US" sz="3400" kern="1200" dirty="0"/>
        </a:p>
      </dsp:txBody>
      <dsp:txXfrm>
        <a:off x="39809" y="3770249"/>
        <a:ext cx="5095766" cy="735872"/>
      </dsp:txXfrm>
    </dsp:sp>
    <dsp:sp modelId="{319A79A1-3C06-4B48-A229-96C11860C1A8}">
      <dsp:nvSpPr>
        <dsp:cNvPr id="0" name=""/>
        <dsp:cNvSpPr/>
      </dsp:nvSpPr>
      <dsp:spPr>
        <a:xfrm>
          <a:off x="0" y="4643850"/>
          <a:ext cx="5175384" cy="8154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Use case diagram</a:t>
          </a:r>
          <a:endParaRPr lang="en-US" sz="3400" kern="1200" dirty="0"/>
        </a:p>
      </dsp:txBody>
      <dsp:txXfrm>
        <a:off x="39809" y="4683659"/>
        <a:ext cx="5095766" cy="7358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E1072-9739-4D8B-AA5E-C8B447232D54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9C50A-667C-4F39-A652-E9B6AC8FEB19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67046B-9BDB-48E5-97BB-CACD1BBBAC65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HLD Focus: Modules, Zones, Policies</a:t>
          </a:r>
        </a:p>
      </dsp:txBody>
      <dsp:txXfrm>
        <a:off x="2037007" y="955306"/>
        <a:ext cx="2689193" cy="1763642"/>
      </dsp:txXfrm>
    </dsp:sp>
    <dsp:sp modelId="{BFDE880D-1D9D-4BD9-A8F6-B9502E1CF5B4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449E87-A78D-48D0-94B2-EBDFC20FD1AF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169AA-22BE-45A5-8747-C6072D54E008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LLD Focus: APIs, Subnets, Firewall rules</a:t>
          </a:r>
        </a:p>
      </dsp:txBody>
      <dsp:txXfrm>
        <a:off x="2037007" y="3159859"/>
        <a:ext cx="2689193" cy="17636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39E1EA-5A7D-41C8-B3D6-BD40A3F088DD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D228E-1919-4283-8A03-8F07BCFACEC7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D7B0F-D4FB-4093-9C82-EDF12B63BB4D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Architecture = Translating requirements into structured design</a:t>
          </a:r>
        </a:p>
      </dsp:txBody>
      <dsp:txXfrm>
        <a:off x="1939533" y="717"/>
        <a:ext cx="2786667" cy="1679249"/>
      </dsp:txXfrm>
    </dsp:sp>
    <dsp:sp modelId="{EFC716C5-56E3-41BF-948D-16A04602F73B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73E4BD-48B3-40C0-AC9A-81C5187C9CEC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5634F-A9FE-43B9-9636-AC90D32726B0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right patterns &amp; templates</a:t>
          </a:r>
        </a:p>
      </dsp:txBody>
      <dsp:txXfrm>
        <a:off x="1939533" y="2099779"/>
        <a:ext cx="2786667" cy="1679249"/>
      </dsp:txXfrm>
    </dsp:sp>
    <dsp:sp modelId="{7D552B79-65E5-4360-8C7A-9EA139C0FB23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45615-5FF2-4ACD-844C-A23637A17062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47CEB-7B1D-491C-80D9-E875AD330FD7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Always document with clarity</a:t>
          </a:r>
        </a:p>
      </dsp:txBody>
      <dsp:txXfrm>
        <a:off x="1939533" y="4198841"/>
        <a:ext cx="27866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32D78-E643-490D-9791-474EE27B410B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165BF-36D3-4D3F-8559-2A7F188CA7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593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9D4E2-0366-D331-1323-DD573414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74077-DBCA-2253-169B-C78AA028B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0769F-3079-6A9B-553F-03266BD1F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Arabic: اعرض مثال مبسط لصفحة من SAD أو مخطط وانسبه لمشروع خيالي.</a:t>
            </a:r>
          </a:p>
          <a:p>
            <a:r>
              <a:t>English: Show a short walkthrough of a sample SAD page and a high-level diagram (e.g., e-commerce checkout).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4A199-2CEE-DAA5-6A2C-B01711DE3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54534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ybrid Cloud Architecture Patterns | Amaze">
            <a:extLst>
              <a:ext uri="{FF2B5EF4-FFF2-40B4-BE49-F238E27FC236}">
                <a16:creationId xmlns:a16="http://schemas.microsoft.com/office/drawing/2014/main" id="{8EB0B288-7D79-B98F-9EDB-50D3E6324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1" t="1450" r="34052" b="1"/>
          <a:stretch>
            <a:fillRect/>
          </a:stretch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Think Like an Architect – Episode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GB" sz="1700">
                <a:solidFill>
                  <a:schemeClr val="bg1"/>
                </a:solidFill>
              </a:rPr>
              <a:t>Architecture Patterns, Templates &amp; Diagrams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3" name="Rectangle 2072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4" name="Group 2073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068" name="Rectangle 2067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7" y="365125"/>
            <a:ext cx="8317705" cy="1325563"/>
          </a:xfrm>
        </p:spPr>
        <p:txBody>
          <a:bodyPr>
            <a:normAutofit/>
          </a:bodyPr>
          <a:lstStyle/>
          <a:p>
            <a:r>
              <a:rPr lang="en-GB" sz="3500"/>
              <a:t>What You’ll Learn Today</a:t>
            </a:r>
          </a:p>
        </p:txBody>
      </p:sp>
      <p:graphicFrame>
        <p:nvGraphicFramePr>
          <p:cNvPr id="2076" name="Content Placeholder 2">
            <a:extLst>
              <a:ext uri="{FF2B5EF4-FFF2-40B4-BE49-F238E27FC236}">
                <a16:creationId xmlns:a16="http://schemas.microsoft.com/office/drawing/2014/main" id="{75834E54-0A1E-AF0E-CDBD-6C1F99E466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5141166"/>
              </p:ext>
            </p:extLst>
          </p:nvPr>
        </p:nvGraphicFramePr>
        <p:xfrm>
          <a:off x="410766" y="2133600"/>
          <a:ext cx="8320087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300" dirty="0"/>
              <a:t>Application Architecture Patterns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075E5F-C5E2-5EA4-ADDC-EF73B52E02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4030436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39D5-8DE6-08BD-B5B3-686E9E4DA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Architecture Patterns</a:t>
            </a:r>
          </a:p>
        </p:txBody>
      </p:sp>
      <p:pic>
        <p:nvPicPr>
          <p:cNvPr id="3074" name="Picture 2" descr="Evolving Architecture: The Journey from Monolithic to SOA to Microservices">
            <a:extLst>
              <a:ext uri="{FF2B5EF4-FFF2-40B4-BE49-F238E27FC236}">
                <a16:creationId xmlns:a16="http://schemas.microsoft.com/office/drawing/2014/main" id="{89D4CD75-F286-4112-3691-9C62C4D54A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2" y="2205831"/>
            <a:ext cx="6848475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267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A027-C016-55DE-123B-5451AEF8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375904" cy="1143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Architecture Patterns from Data storage</a:t>
            </a:r>
            <a:endParaRPr lang="en-GB" dirty="0"/>
          </a:p>
        </p:txBody>
      </p:sp>
      <p:pic>
        <p:nvPicPr>
          <p:cNvPr id="4098" name="Picture 2" descr="Monolithic vs Microservices Architecture - Which One Is Right for You?">
            <a:extLst>
              <a:ext uri="{FF2B5EF4-FFF2-40B4-BE49-F238E27FC236}">
                <a16:creationId xmlns:a16="http://schemas.microsoft.com/office/drawing/2014/main" id="{9697FD25-5D11-B5DF-976E-0F4A26C7C4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83629"/>
            <a:ext cx="8229600" cy="395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011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3600"/>
              <a:t>Network Architecture Patterns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70B09F-3254-6D0A-C25F-D9F892FB1A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60900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2A92B-6C2D-7487-0388-87A78747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93FC7-4A31-C663-634C-CE674A15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509587"/>
            <a:ext cx="5736930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Flat / Single-Tier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2246B-EAF3-7DC0-EDB6-18EFC685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829" y="2072640"/>
            <a:ext cx="6767434" cy="4128135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4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8" name="Rectangle 5137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9" name="Freeform: Shape 5138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C886C-9808-B971-1E5C-FA146388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509587"/>
            <a:ext cx="5736930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N-Tier Architecture</a:t>
            </a:r>
          </a:p>
        </p:txBody>
      </p:sp>
      <p:pic>
        <p:nvPicPr>
          <p:cNvPr id="5128" name="Picture 8" descr="Diagram that shows an N-tier architecture.">
            <a:extLst>
              <a:ext uri="{FF2B5EF4-FFF2-40B4-BE49-F238E27FC236}">
                <a16:creationId xmlns:a16="http://schemas.microsoft.com/office/drawing/2014/main" id="{550A18A2-39B2-E67C-B51E-F085D7A270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479" y="2551766"/>
            <a:ext cx="8076135" cy="316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7" name="Freeform: Shape 5136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4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577DD-9F2B-60E7-C358-F5253246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Freeform: Shape 5128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7EB78-B0D9-A062-6E76-F0E53357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509587"/>
            <a:ext cx="5736930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Hub-and-Spoke</a:t>
            </a:r>
          </a:p>
        </p:txBody>
      </p:sp>
      <p:pic>
        <p:nvPicPr>
          <p:cNvPr id="5122" name="Picture 2" descr="Diagram that shows a hub-spoke virtual network topology in Azure with spoke networks connected through the hub or directly.">
            <a:extLst>
              <a:ext uri="{FF2B5EF4-FFF2-40B4-BE49-F238E27FC236}">
                <a16:creationId xmlns:a16="http://schemas.microsoft.com/office/drawing/2014/main" id="{2D71E345-0746-8E87-AD09-D964721F53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5038" y="2072640"/>
            <a:ext cx="6605017" cy="412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Freeform: Shape 5130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0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Specialized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Serverless</a:t>
            </a:r>
          </a:p>
          <a:p>
            <a:r>
              <a:rPr dirty="0"/>
              <a:t>Queue-Based</a:t>
            </a:r>
          </a:p>
          <a:p>
            <a:r>
              <a:rPr dirty="0"/>
              <a:t>Cache-Based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200">
                <a:solidFill>
                  <a:srgbClr val="FFFFFF"/>
                </a:solidFill>
              </a:rPr>
              <a:t>Architecture Templates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B185D3-E766-4654-96D6-725CEFC598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02721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3600" dirty="0"/>
              <a:t>Architecture Diagrams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E10350-1DC0-5C64-83AC-20D914A9F7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754255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91E532-BB47-3A8F-3E53-F8C6459DB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11" y="5368793"/>
            <a:ext cx="2421221" cy="651278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2F3C36B-2608-BBEF-975C-F37ABBA6A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88156" y="937268"/>
            <a:ext cx="2438274" cy="365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‪draw.io‬‏">
            <a:extLst>
              <a:ext uri="{FF2B5EF4-FFF2-40B4-BE49-F238E27FC236}">
                <a16:creationId xmlns:a16="http://schemas.microsoft.com/office/drawing/2014/main" id="{05195B4A-4776-92E4-33BB-256FD9F16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3508" y="3127475"/>
            <a:ext cx="2421217" cy="61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Whimsical Logo PNG, SVG, AI Vector – Free Download">
            <a:extLst>
              <a:ext uri="{FF2B5EF4-FFF2-40B4-BE49-F238E27FC236}">
                <a16:creationId xmlns:a16="http://schemas.microsoft.com/office/drawing/2014/main" id="{CB6767FB-CD53-523B-185C-15A120C04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9780" y="949002"/>
            <a:ext cx="2419328" cy="387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WS Marketplace: Brainboard">
            <a:extLst>
              <a:ext uri="{FF2B5EF4-FFF2-40B4-BE49-F238E27FC236}">
                <a16:creationId xmlns:a16="http://schemas.microsoft.com/office/drawing/2014/main" id="{A4AD6162-251B-DB18-9CB8-63B1E6643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37371" y="5294945"/>
            <a:ext cx="2384553" cy="85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5A17FC0-D416-4C8B-A9E6-5924D352B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6345" y="-680"/>
            <a:ext cx="3177655" cy="685868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1614" y="1010485"/>
            <a:ext cx="2130293" cy="33539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Diagrams Tools</a:t>
            </a: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982DC870-E8E5-4050-B10C-CC24FC67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2285774"/>
            <a:ext cx="6015556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FF76A74F-C283-4DED-BD4D-086753B7C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571549"/>
            <a:ext cx="6085489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3B2791FB-B2F7-4BBE-B8D8-74C37FF9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8239" y="-680"/>
            <a:ext cx="0" cy="6858003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9891B5DE-6811-4844-BB18-472A3F36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15556" y="-680"/>
            <a:ext cx="0" cy="224028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3FAD34BC-6AE3-EB2F-152B-00356DEA0D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371" y="3010987"/>
            <a:ext cx="2384556" cy="965744"/>
          </a:xfrm>
          <a:prstGeom prst="rect">
            <a:avLst/>
          </a:prstGeom>
        </p:spPr>
      </p:pic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77A9CA3A-7216-41E0-B3CD-058077FD3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55477" y="4571549"/>
            <a:ext cx="1419521" cy="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HLD vs LLD Mapping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D26E71-96FF-BEA9-0D33-9FAFE049AA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37461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Episode Recap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CC4E9D-3F35-0264-5588-9E38534FE5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51834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BD3D-4021-7EFA-A0EE-324EE92E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171894D-2940-1778-11CE-C91940435F8A}"/>
              </a:ext>
            </a:extLst>
          </p:cNvPr>
          <p:cNvSpPr txBox="1">
            <a:spLocks/>
          </p:cNvSpPr>
          <p:nvPr/>
        </p:nvSpPr>
        <p:spPr>
          <a:xfrm>
            <a:off x="1657775" y="2981820"/>
            <a:ext cx="2569137" cy="519374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2025"/>
              <a:t>Thank you!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96856575-FD8B-99E3-9B7E-797305C37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428" y="3738318"/>
            <a:ext cx="941981" cy="94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B5359593-73F4-F250-B679-73696CB5BAA7}"/>
              </a:ext>
            </a:extLst>
          </p:cNvPr>
          <p:cNvSpPr txBox="1">
            <a:spLocks/>
          </p:cNvSpPr>
          <p:nvPr/>
        </p:nvSpPr>
        <p:spPr>
          <a:xfrm>
            <a:off x="2979926" y="3798244"/>
            <a:ext cx="3634601" cy="90037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shade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350" kern="0" dirty="0">
              <a:solidFill>
                <a:srgbClr val="F89B1A"/>
              </a:solidFill>
              <a:cs typeface="Segoe UI"/>
            </a:endParaRPr>
          </a:p>
          <a:p>
            <a:pPr algn="l"/>
            <a:r>
              <a:rPr lang="en-US" sz="2101" b="1" kern="0" dirty="0">
                <a:solidFill>
                  <a:schemeClr val="accent6">
                    <a:lumMod val="50000"/>
                  </a:schemeClr>
                </a:solidFill>
                <a:cs typeface="Segoe UI"/>
              </a:rPr>
              <a:t>Emad Adel</a:t>
            </a:r>
          </a:p>
          <a:p>
            <a:pPr algn="l"/>
            <a:r>
              <a:rPr lang="en-US" kern="0" dirty="0">
                <a:solidFill>
                  <a:schemeClr val="tx1"/>
                </a:solidFill>
                <a:cs typeface="Segoe UI"/>
              </a:rPr>
              <a:t>Multi-Cloud Solutions Architect</a:t>
            </a:r>
          </a:p>
          <a:p>
            <a:pPr algn="l"/>
            <a:r>
              <a:rPr lang="en-US" kern="0" dirty="0">
                <a:solidFill>
                  <a:schemeClr val="tx1"/>
                </a:solidFill>
                <a:cs typeface="Segoe UI"/>
              </a:rPr>
              <a:t>Microsoft MVP / MCT</a:t>
            </a:r>
          </a:p>
        </p:txBody>
      </p:sp>
    </p:spTree>
    <p:extLst>
      <p:ext uri="{BB962C8B-B14F-4D97-AF65-F5344CB8AC3E}">
        <p14:creationId xmlns:p14="http://schemas.microsoft.com/office/powerpoint/2010/main" val="145235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21464E-6 7.40741E-7 L 4.21464E-6 0.03588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On-screen Show (4:3)</PresentationFormat>
  <Paragraphs>51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Segoe UI</vt:lpstr>
      <vt:lpstr>Office Theme</vt:lpstr>
      <vt:lpstr>Think Like an Architect – Episode 4</vt:lpstr>
      <vt:lpstr>What You’ll Learn Today</vt:lpstr>
      <vt:lpstr>Application Architecture Patterns</vt:lpstr>
      <vt:lpstr>Application Architecture Patterns</vt:lpstr>
      <vt:lpstr>Architecture Patterns from Data storage</vt:lpstr>
      <vt:lpstr>Network Architecture Patterns</vt:lpstr>
      <vt:lpstr>Flat / Single-Tier</vt:lpstr>
      <vt:lpstr>N-Tier Architecture</vt:lpstr>
      <vt:lpstr>Hub-and-Spoke</vt:lpstr>
      <vt:lpstr>Specialized Architectures</vt:lpstr>
      <vt:lpstr>Architecture Templates</vt:lpstr>
      <vt:lpstr>Architecture Diagrams Overview</vt:lpstr>
      <vt:lpstr>Diagrams Tools</vt:lpstr>
      <vt:lpstr>HLD vs LLD Mapping</vt:lpstr>
      <vt:lpstr>Episode Recap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Emad Adel</cp:lastModifiedBy>
  <cp:revision>6</cp:revision>
  <dcterms:created xsi:type="dcterms:W3CDTF">2013-01-27T09:14:16Z</dcterms:created>
  <dcterms:modified xsi:type="dcterms:W3CDTF">2025-10-28T18:21:52Z</dcterms:modified>
  <cp:category/>
</cp:coreProperties>
</file>